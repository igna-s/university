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6" r:id="rId2"/>
    <p:sldId id="257" r:id="rId3"/>
    <p:sldId id="258" r:id="rId4"/>
    <p:sldId id="260" r:id="rId5"/>
    <p:sldId id="262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35D1C7-1063-4A4C-917A-E2E689BC4E0A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2FAA66-5263-4996-85F7-AA9C9754E5F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53777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E7649D-047D-4C2F-B20A-36FACC5F6658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B11537-C01D-4404-991C-7036CC74139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96669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D337A-97E7-4548-95C4-72BEC281F625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1C8C-218A-4EAD-9230-4A3781C2C3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333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D337A-97E7-4548-95C4-72BEC281F625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1C8C-218A-4EAD-9230-4A3781C2C3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671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D337A-97E7-4548-95C4-72BEC281F625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1C8C-218A-4EAD-9230-4A3781C2C3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444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D337A-97E7-4548-95C4-72BEC281F625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1C8C-218A-4EAD-9230-4A3781C2C3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806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D337A-97E7-4548-95C4-72BEC281F625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1C8C-218A-4EAD-9230-4A3781C2C3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61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D337A-97E7-4548-95C4-72BEC281F625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1C8C-218A-4EAD-9230-4A3781C2C3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1483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D337A-97E7-4548-95C4-72BEC281F625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1C8C-218A-4EAD-9230-4A3781C2C3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455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D337A-97E7-4548-95C4-72BEC281F625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1C8C-218A-4EAD-9230-4A3781C2C3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3347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D337A-97E7-4548-95C4-72BEC281F625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1C8C-218A-4EAD-9230-4A3781C2C3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208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D337A-97E7-4548-95C4-72BEC281F625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1C8C-218A-4EAD-9230-4A3781C2C3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802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D337A-97E7-4548-95C4-72BEC281F625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1C8C-218A-4EAD-9230-4A3781C2C3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45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5D337A-97E7-4548-95C4-72BEC281F625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481C8C-218A-4EAD-9230-4A3781C2C3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046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196767"/>
          </a:xfrm>
        </p:spPr>
        <p:txBody>
          <a:bodyPr/>
          <a:lstStyle/>
          <a:p>
            <a:r>
              <a:rPr lang="en" b="1" dirty="0"/>
              <a:t>Taller de Proyecto II</a:t>
            </a:r>
            <a:endParaRPr lang="en-US" b="1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2690191"/>
            <a:ext cx="9144000" cy="2875722"/>
          </a:xfrm>
        </p:spPr>
        <p:txBody>
          <a:bodyPr>
            <a:normAutofit/>
          </a:bodyPr>
          <a:lstStyle/>
          <a:p>
            <a:r>
              <a:rPr lang="en-US" b="1" dirty="0"/>
              <a:t>Plan de Proyecto </a:t>
            </a:r>
          </a:p>
          <a:p>
            <a:r>
              <a:rPr lang="en-US" b="1" i="1" dirty="0"/>
              <a:t>Id.</a:t>
            </a:r>
            <a:r>
              <a:rPr lang="en-US" b="1" dirty="0"/>
              <a:t> – </a:t>
            </a:r>
            <a:r>
              <a:rPr lang="en-US" b="1" i="1" dirty="0" err="1"/>
              <a:t>Título</a:t>
            </a:r>
            <a:endParaRPr lang="en-US" b="1" i="1" dirty="0"/>
          </a:p>
          <a:p>
            <a:endParaRPr lang="en-US" b="1" i="1" dirty="0"/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b="1" dirty="0" err="1"/>
              <a:t>Integrantes</a:t>
            </a:r>
            <a:r>
              <a:rPr lang="en-US" b="1" dirty="0"/>
              <a:t> del Grupo de </a:t>
            </a:r>
            <a:r>
              <a:rPr lang="en-US" b="1" dirty="0" err="1"/>
              <a:t>Desarrollo</a:t>
            </a:r>
            <a:r>
              <a:rPr lang="en-US" b="1" dirty="0"/>
              <a:t>: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b="1" i="1" dirty="0"/>
              <a:t>- </a:t>
            </a:r>
            <a:r>
              <a:rPr lang="en-US" b="1" i="1" dirty="0" err="1"/>
              <a:t>Integrante</a:t>
            </a:r>
            <a:endParaRPr lang="en-US" b="1" i="1" dirty="0"/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b="1" i="1" dirty="0"/>
              <a:t>- </a:t>
            </a:r>
            <a:r>
              <a:rPr lang="en-US" b="1" i="1" dirty="0" err="1"/>
              <a:t>Integrante</a:t>
            </a:r>
            <a:endParaRPr lang="en-US" b="1" i="1" dirty="0"/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b="1" i="1" dirty="0"/>
              <a:t>- </a:t>
            </a:r>
            <a:r>
              <a:rPr lang="en-US" b="1" i="1" dirty="0" err="1"/>
              <a:t>Integrante</a:t>
            </a:r>
            <a:endParaRPr lang="en-US" b="1" i="1" dirty="0"/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US" b="1" i="1" dirty="0"/>
          </a:p>
          <a:p>
            <a:pPr algn="l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109054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463"/>
    </mc:Choice>
    <mc:Fallback xmlns="">
      <p:transition spd="slow" advTm="16463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err="1"/>
              <a:t>Objetivo</a:t>
            </a:r>
            <a:r>
              <a:rPr lang="en-US" b="1" dirty="0"/>
              <a:t>/s del Proyecto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1" dirty="0" err="1"/>
              <a:t>Objetivo</a:t>
            </a:r>
            <a:r>
              <a:rPr lang="en-US" b="1" i="1" dirty="0"/>
              <a:t> 1</a:t>
            </a:r>
          </a:p>
          <a:p>
            <a:r>
              <a:rPr lang="en-US" b="1" i="1" dirty="0" err="1"/>
              <a:t>Objetivo</a:t>
            </a:r>
            <a:r>
              <a:rPr lang="en-US" b="1" i="1" dirty="0"/>
              <a:t> 2</a:t>
            </a:r>
          </a:p>
          <a:p>
            <a:r>
              <a:rPr lang="en-US" b="1" i="1" dirty="0"/>
              <a:t>…</a:t>
            </a:r>
          </a:p>
          <a:p>
            <a:endParaRPr lang="en-US" sz="1800" b="1" i="1" dirty="0"/>
          </a:p>
          <a:p>
            <a:pPr marL="0" indent="0">
              <a:buNone/>
            </a:pPr>
            <a:r>
              <a:rPr lang="en-US" b="1" i="1" dirty="0" err="1"/>
              <a:t>Puede</a:t>
            </a:r>
            <a:r>
              <a:rPr lang="en-US" b="1" i="1" dirty="0"/>
              <a:t> </a:t>
            </a:r>
            <a:r>
              <a:rPr lang="en-US" b="1" i="1" dirty="0" err="1"/>
              <a:t>ser</a:t>
            </a:r>
            <a:r>
              <a:rPr lang="en-US" b="1" i="1" dirty="0"/>
              <a:t> “</a:t>
            </a:r>
            <a:r>
              <a:rPr lang="en-US" b="1" i="1" dirty="0" err="1"/>
              <a:t>Objetivo</a:t>
            </a:r>
            <a:r>
              <a:rPr lang="en-US" b="1" i="1" dirty="0"/>
              <a:t> General” y </a:t>
            </a:r>
            <a:r>
              <a:rPr lang="en-US" b="1" i="1" dirty="0" err="1"/>
              <a:t>luego</a:t>
            </a:r>
            <a:r>
              <a:rPr lang="en-US" b="1" i="1" dirty="0"/>
              <a:t> “</a:t>
            </a:r>
            <a:r>
              <a:rPr lang="en-US" b="1" i="1" dirty="0" err="1"/>
              <a:t>Objetivos</a:t>
            </a:r>
            <a:r>
              <a:rPr lang="en-US" b="1" i="1" dirty="0"/>
              <a:t> </a:t>
            </a:r>
            <a:r>
              <a:rPr lang="en-US" b="1" i="1" dirty="0" err="1"/>
              <a:t>Particulares</a:t>
            </a:r>
            <a:r>
              <a:rPr lang="en-US" b="1" i="1" dirty="0" smtClean="0"/>
              <a:t>”</a:t>
            </a:r>
          </a:p>
          <a:p>
            <a:pPr marL="0" indent="0">
              <a:buNone/>
            </a:pPr>
            <a:endParaRPr lang="en-US" sz="1400" b="1" i="1" dirty="0" smtClean="0"/>
          </a:p>
          <a:p>
            <a:pPr marL="0" indent="0">
              <a:buNone/>
            </a:pPr>
            <a:r>
              <a:rPr lang="es-ES" b="1" i="1" dirty="0" smtClean="0"/>
              <a:t>Deben quedar claras las funciones (funcionalidad) y requerimientos generales para cada función</a:t>
            </a:r>
            <a:endParaRPr lang="es-ES" b="1" i="1" dirty="0"/>
          </a:p>
        </p:txBody>
      </p:sp>
      <p:sp>
        <p:nvSpPr>
          <p:cNvPr id="4" name="CuadroTexto 3"/>
          <p:cNvSpPr txBox="1"/>
          <p:nvPr/>
        </p:nvSpPr>
        <p:spPr>
          <a:xfrm>
            <a:off x="7805529" y="6427304"/>
            <a:ext cx="38563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dirty="0"/>
              <a:t>Taller de Proyecto II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8361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9281"/>
    </mc:Choice>
    <mc:Fallback xmlns="">
      <p:transition spd="slow" advTm="29281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err="1"/>
              <a:t>Esquemático</a:t>
            </a:r>
            <a:r>
              <a:rPr lang="en-US" b="1" dirty="0"/>
              <a:t> </a:t>
            </a:r>
            <a:r>
              <a:rPr lang="en-US" b="1" dirty="0" err="1"/>
              <a:t>Gráfico</a:t>
            </a:r>
            <a:r>
              <a:rPr lang="en-US" b="1" dirty="0"/>
              <a:t>/</a:t>
            </a:r>
            <a:r>
              <a:rPr lang="en-US" b="1" dirty="0" err="1"/>
              <a:t>Funcionalidad</a:t>
            </a:r>
            <a:endParaRPr lang="en-US" b="1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199" y="1825625"/>
            <a:ext cx="10823713" cy="4351338"/>
          </a:xfrm>
        </p:spPr>
        <p:txBody>
          <a:bodyPr/>
          <a:lstStyle/>
          <a:p>
            <a:pPr marL="0" indent="0">
              <a:buNone/>
            </a:pPr>
            <a:endParaRPr lang="en-US" b="1" i="1" dirty="0"/>
          </a:p>
          <a:p>
            <a:pPr marL="0" indent="0">
              <a:buNone/>
            </a:pPr>
            <a:r>
              <a:rPr lang="en-US" b="1" i="1" dirty="0" err="1"/>
              <a:t>Esquema</a:t>
            </a:r>
            <a:r>
              <a:rPr lang="en-US" b="1" i="1" dirty="0"/>
              <a:t> </a:t>
            </a:r>
            <a:r>
              <a:rPr lang="en-US" b="1" i="1" dirty="0" err="1"/>
              <a:t>gráfico</a:t>
            </a:r>
            <a:r>
              <a:rPr lang="en-US" b="1" i="1" dirty="0"/>
              <a:t> del Proyecto </a:t>
            </a:r>
          </a:p>
          <a:p>
            <a:pPr>
              <a:buFontTx/>
              <a:buChar char="-"/>
            </a:pPr>
            <a:r>
              <a:rPr lang="en-US" b="1" i="1" dirty="0" err="1" smtClean="0"/>
              <a:t>Identificación</a:t>
            </a:r>
            <a:r>
              <a:rPr lang="en-US" b="1" i="1" dirty="0" smtClean="0"/>
              <a:t> </a:t>
            </a:r>
            <a:r>
              <a:rPr lang="en-US" b="1" i="1" dirty="0"/>
              <a:t>de las </a:t>
            </a:r>
            <a:r>
              <a:rPr lang="en-US" b="1" i="1" dirty="0" err="1"/>
              <a:t>partes</a:t>
            </a:r>
            <a:r>
              <a:rPr lang="en-US" b="1" i="1" dirty="0"/>
              <a:t> de </a:t>
            </a:r>
            <a:r>
              <a:rPr lang="en-US" b="1" i="1" dirty="0" smtClean="0"/>
              <a:t>hardware</a:t>
            </a:r>
          </a:p>
          <a:p>
            <a:pPr>
              <a:buFontTx/>
              <a:buChar char="-"/>
            </a:pPr>
            <a:r>
              <a:rPr lang="es-ES" b="1" i="1" dirty="0" smtClean="0"/>
              <a:t>Requerimientos de alimentación de cada parte y del total</a:t>
            </a:r>
            <a:endParaRPr lang="en-US" b="1" i="1" dirty="0"/>
          </a:p>
          <a:p>
            <a:pPr marL="0" indent="0">
              <a:buNone/>
            </a:pPr>
            <a:r>
              <a:rPr lang="en-US" b="1" i="1" dirty="0"/>
              <a:t>- </a:t>
            </a:r>
            <a:r>
              <a:rPr lang="en-US" b="1" i="1" dirty="0" err="1"/>
              <a:t>Identificación</a:t>
            </a:r>
            <a:r>
              <a:rPr lang="en-US" b="1" i="1" dirty="0"/>
              <a:t> de las </a:t>
            </a:r>
            <a:r>
              <a:rPr lang="en-US" b="1" i="1" dirty="0" err="1"/>
              <a:t>comunicaciones</a:t>
            </a:r>
            <a:r>
              <a:rPr lang="en-US" b="1" i="1" dirty="0"/>
              <a:t> </a:t>
            </a:r>
          </a:p>
          <a:p>
            <a:pPr marL="0" indent="0">
              <a:buNone/>
            </a:pPr>
            <a:r>
              <a:rPr lang="en-US" b="1" i="1" dirty="0"/>
              <a:t>- </a:t>
            </a:r>
            <a:r>
              <a:rPr lang="en-US" b="1" i="1" dirty="0" err="1"/>
              <a:t>Identificación</a:t>
            </a:r>
            <a:r>
              <a:rPr lang="en-US" b="1" i="1" dirty="0"/>
              <a:t> de la </a:t>
            </a:r>
            <a:r>
              <a:rPr lang="en-US" b="1" i="1" dirty="0" err="1"/>
              <a:t>interfaz</a:t>
            </a:r>
            <a:r>
              <a:rPr lang="en-US" b="1" i="1" dirty="0"/>
              <a:t>/</a:t>
            </a:r>
            <a:r>
              <a:rPr lang="en-US" b="1" i="1" dirty="0" err="1"/>
              <a:t>parte</a:t>
            </a:r>
            <a:r>
              <a:rPr lang="en-US" b="1" i="1" dirty="0"/>
              <a:t> web</a:t>
            </a:r>
          </a:p>
          <a:p>
            <a:pPr marL="0" indent="0">
              <a:buNone/>
            </a:pPr>
            <a:r>
              <a:rPr lang="en-US" b="1" i="1" dirty="0"/>
              <a:t>- </a:t>
            </a:r>
            <a:r>
              <a:rPr lang="en-US" b="1" i="1" dirty="0" err="1"/>
              <a:t>Posibles</a:t>
            </a:r>
            <a:r>
              <a:rPr lang="en-US" b="1" i="1" dirty="0"/>
              <a:t> </a:t>
            </a:r>
            <a:r>
              <a:rPr lang="en-US" b="1" i="1" dirty="0" err="1"/>
              <a:t>menciones</a:t>
            </a:r>
            <a:r>
              <a:rPr lang="en-US" b="1" i="1" dirty="0"/>
              <a:t> a </a:t>
            </a:r>
            <a:r>
              <a:rPr lang="en-US" b="1" i="1" dirty="0" err="1"/>
              <a:t>funcionalidad</a:t>
            </a:r>
            <a:r>
              <a:rPr lang="en-US" b="1" i="1" dirty="0"/>
              <a:t> del </a:t>
            </a:r>
            <a:r>
              <a:rPr lang="en-US" b="1" i="1" dirty="0" err="1"/>
              <a:t>proyecto</a:t>
            </a:r>
            <a:r>
              <a:rPr lang="en-US" b="1" i="1" dirty="0"/>
              <a:t> y/o </a:t>
            </a:r>
            <a:r>
              <a:rPr lang="en-US" b="1" i="1" dirty="0" err="1"/>
              <a:t>partes</a:t>
            </a:r>
            <a:r>
              <a:rPr lang="en-US" b="1" i="1" dirty="0"/>
              <a:t> del </a:t>
            </a:r>
            <a:r>
              <a:rPr lang="en-US" b="1" i="1" dirty="0" err="1"/>
              <a:t>mismo</a:t>
            </a:r>
            <a:endParaRPr lang="en-US" b="1" i="1" dirty="0"/>
          </a:p>
        </p:txBody>
      </p:sp>
      <p:sp>
        <p:nvSpPr>
          <p:cNvPr id="5" name="CuadroTexto 4"/>
          <p:cNvSpPr txBox="1"/>
          <p:nvPr/>
        </p:nvSpPr>
        <p:spPr>
          <a:xfrm>
            <a:off x="7805529" y="6427304"/>
            <a:ext cx="38563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dirty="0"/>
              <a:t>Taller de Proyecto II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4454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2334"/>
    </mc:Choice>
    <mc:Fallback xmlns="">
      <p:transition spd="slow" advTm="42334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Hardware y </a:t>
            </a:r>
            <a:r>
              <a:rPr lang="en-US" b="1" dirty="0" err="1"/>
              <a:t>Herramientas</a:t>
            </a:r>
            <a:r>
              <a:rPr lang="en-US" b="1" dirty="0"/>
              <a:t> de Software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199" y="1825625"/>
            <a:ext cx="10823713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b="1" i="1" dirty="0"/>
          </a:p>
          <a:p>
            <a:pPr marL="0" indent="0">
              <a:buNone/>
            </a:pPr>
            <a:r>
              <a:rPr lang="en-US" b="1" i="1" dirty="0" smtClean="0"/>
              <a:t>- </a:t>
            </a:r>
            <a:r>
              <a:rPr lang="en-US" b="1" i="1" dirty="0" err="1"/>
              <a:t>Mencionar</a:t>
            </a:r>
            <a:r>
              <a:rPr lang="en-US" b="1" i="1" dirty="0"/>
              <a:t> el hardware a </a:t>
            </a:r>
            <a:r>
              <a:rPr lang="en-US" b="1" i="1" dirty="0" err="1"/>
              <a:t>utilizar</a:t>
            </a:r>
            <a:r>
              <a:rPr lang="en-US" b="1" i="1" dirty="0"/>
              <a:t> (</a:t>
            </a:r>
            <a:r>
              <a:rPr lang="en-US" b="1" i="1" dirty="0" err="1"/>
              <a:t>pueden</a:t>
            </a:r>
            <a:r>
              <a:rPr lang="en-US" b="1" i="1" dirty="0"/>
              <a:t> </a:t>
            </a:r>
            <a:r>
              <a:rPr lang="en-US" b="1" i="1" dirty="0" err="1"/>
              <a:t>mostrar</a:t>
            </a:r>
            <a:r>
              <a:rPr lang="en-US" b="1" i="1" dirty="0"/>
              <a:t> </a:t>
            </a:r>
            <a:r>
              <a:rPr lang="en-US" b="1" i="1" dirty="0" err="1"/>
              <a:t>directamente</a:t>
            </a:r>
            <a:r>
              <a:rPr lang="en-US" b="1" i="1" dirty="0"/>
              <a:t> </a:t>
            </a:r>
            <a:r>
              <a:rPr lang="en-US" b="1" i="1" dirty="0" err="1"/>
              <a:t>los</a:t>
            </a:r>
            <a:r>
              <a:rPr lang="en-US" b="1" i="1" dirty="0"/>
              <a:t> </a:t>
            </a:r>
            <a:r>
              <a:rPr lang="en-US" b="1" i="1" dirty="0" err="1"/>
              <a:t>gráficos</a:t>
            </a:r>
            <a:r>
              <a:rPr lang="en-US" b="1" i="1" dirty="0"/>
              <a:t> de </a:t>
            </a:r>
            <a:r>
              <a:rPr lang="en-US" b="1" i="1" dirty="0" err="1"/>
              <a:t>los</a:t>
            </a:r>
            <a:r>
              <a:rPr lang="en-US" b="1" i="1" dirty="0"/>
              <a:t> </a:t>
            </a:r>
            <a:r>
              <a:rPr lang="en-US" b="1" i="1" dirty="0" err="1"/>
              <a:t>componentes</a:t>
            </a:r>
            <a:r>
              <a:rPr lang="en-US" b="1" i="1" dirty="0"/>
              <a:t> que </a:t>
            </a:r>
            <a:r>
              <a:rPr lang="en-US" b="1" i="1" dirty="0" err="1"/>
              <a:t>pueden</a:t>
            </a:r>
            <a:r>
              <a:rPr lang="en-US" b="1" i="1" dirty="0"/>
              <a:t> </a:t>
            </a:r>
            <a:r>
              <a:rPr lang="en-US" b="1" i="1" dirty="0" err="1"/>
              <a:t>obtener</a:t>
            </a:r>
            <a:r>
              <a:rPr lang="en-US" b="1" i="1" dirty="0"/>
              <a:t> de </a:t>
            </a:r>
            <a:r>
              <a:rPr lang="en-US" b="1" i="1" dirty="0" err="1"/>
              <a:t>los</a:t>
            </a:r>
            <a:r>
              <a:rPr lang="en-US" b="1" i="1" dirty="0"/>
              <a:t> </a:t>
            </a:r>
            <a:r>
              <a:rPr lang="en-US" b="1" i="1" dirty="0" err="1"/>
              <a:t>sitios</a:t>
            </a:r>
            <a:r>
              <a:rPr lang="en-US" b="1" i="1" dirty="0"/>
              <a:t> web) </a:t>
            </a:r>
          </a:p>
          <a:p>
            <a:pPr marL="0" indent="0">
              <a:buNone/>
            </a:pPr>
            <a:r>
              <a:rPr lang="en-US" b="1" i="1" dirty="0"/>
              <a:t>- </a:t>
            </a:r>
            <a:r>
              <a:rPr lang="en-US" b="1" i="1" dirty="0" err="1"/>
              <a:t>Mencionar</a:t>
            </a:r>
            <a:r>
              <a:rPr lang="en-US" b="1" i="1" dirty="0"/>
              <a:t> el software a </a:t>
            </a:r>
            <a:r>
              <a:rPr lang="en-US" b="1" i="1" dirty="0" err="1"/>
              <a:t>desarrollar</a:t>
            </a:r>
            <a:r>
              <a:rPr lang="en-US" b="1" i="1" dirty="0"/>
              <a:t> y </a:t>
            </a:r>
            <a:r>
              <a:rPr lang="en-US" b="1" i="1" dirty="0" err="1"/>
              <a:t>en</a:t>
            </a:r>
            <a:r>
              <a:rPr lang="en-US" b="1" i="1" dirty="0"/>
              <a:t> </a:t>
            </a:r>
            <a:r>
              <a:rPr lang="en-US" b="1" i="1" dirty="0" err="1"/>
              <a:t>qué</a:t>
            </a:r>
            <a:r>
              <a:rPr lang="en-US" b="1" i="1" dirty="0"/>
              <a:t> </a:t>
            </a:r>
            <a:r>
              <a:rPr lang="en-US" b="1" i="1" dirty="0" err="1"/>
              <a:t>plataforma</a:t>
            </a:r>
            <a:endParaRPr lang="en-US" b="1" i="1" dirty="0"/>
          </a:p>
          <a:p>
            <a:pPr>
              <a:buFontTx/>
              <a:buChar char="-"/>
            </a:pPr>
            <a:r>
              <a:rPr lang="en-US" b="1" i="1" dirty="0" err="1"/>
              <a:t>Mencionar</a:t>
            </a:r>
            <a:r>
              <a:rPr lang="en-US" b="1" i="1" dirty="0"/>
              <a:t> </a:t>
            </a:r>
            <a:r>
              <a:rPr lang="en-US" b="1" i="1" dirty="0" err="1"/>
              <a:t>si</a:t>
            </a:r>
            <a:r>
              <a:rPr lang="en-US" b="1" i="1" dirty="0"/>
              <a:t> </a:t>
            </a:r>
            <a:r>
              <a:rPr lang="en-US" b="1" i="1" dirty="0" err="1"/>
              <a:t>tienen</a:t>
            </a:r>
            <a:r>
              <a:rPr lang="en-US" b="1" i="1" dirty="0"/>
              <a:t> </a:t>
            </a:r>
            <a:r>
              <a:rPr lang="en-US" b="1" i="1" dirty="0" err="1"/>
              <a:t>planificado</a:t>
            </a:r>
            <a:r>
              <a:rPr lang="en-US" b="1" i="1" dirty="0"/>
              <a:t> </a:t>
            </a:r>
            <a:r>
              <a:rPr lang="en-US" b="1" i="1" dirty="0" err="1"/>
              <a:t>desarrollar</a:t>
            </a:r>
            <a:r>
              <a:rPr lang="en-US" b="1" i="1" dirty="0"/>
              <a:t> hardware</a:t>
            </a:r>
          </a:p>
          <a:p>
            <a:pPr>
              <a:buFontTx/>
              <a:buChar char="-"/>
            </a:pPr>
            <a:r>
              <a:rPr lang="en-US" b="1" i="1" dirty="0" err="1"/>
              <a:t>Mencionar</a:t>
            </a:r>
            <a:r>
              <a:rPr lang="en-US" b="1" i="1" dirty="0"/>
              <a:t> las </a:t>
            </a:r>
            <a:r>
              <a:rPr lang="en-US" b="1" i="1" dirty="0" err="1"/>
              <a:t>tareas</a:t>
            </a:r>
            <a:r>
              <a:rPr lang="en-US" b="1" i="1" dirty="0"/>
              <a:t> </a:t>
            </a:r>
            <a:r>
              <a:rPr lang="en-US" b="1" i="1" dirty="0" err="1"/>
              <a:t>iniciales</a:t>
            </a:r>
            <a:r>
              <a:rPr lang="en-US" b="1" i="1" dirty="0"/>
              <a:t> y </a:t>
            </a:r>
            <a:r>
              <a:rPr lang="en-US" b="1" i="1" dirty="0" err="1"/>
              <a:t>si</a:t>
            </a:r>
            <a:r>
              <a:rPr lang="en-US" b="1" i="1" dirty="0"/>
              <a:t> </a:t>
            </a:r>
            <a:r>
              <a:rPr lang="en-US" b="1" i="1" dirty="0" err="1"/>
              <a:t>dependen</a:t>
            </a:r>
            <a:r>
              <a:rPr lang="en-US" b="1" i="1" dirty="0"/>
              <a:t> de </a:t>
            </a:r>
            <a:r>
              <a:rPr lang="en-US" b="1" i="1" dirty="0" err="1"/>
              <a:t>disponibilidad</a:t>
            </a:r>
            <a:r>
              <a:rPr lang="en-US" b="1" i="1" dirty="0"/>
              <a:t> de hardware o no</a:t>
            </a:r>
          </a:p>
          <a:p>
            <a:pPr marL="0" indent="0">
              <a:buNone/>
            </a:pPr>
            <a:endParaRPr lang="en-US" b="1" i="1" dirty="0"/>
          </a:p>
        </p:txBody>
      </p:sp>
      <p:sp>
        <p:nvSpPr>
          <p:cNvPr id="5" name="CuadroTexto 4"/>
          <p:cNvSpPr txBox="1"/>
          <p:nvPr/>
        </p:nvSpPr>
        <p:spPr>
          <a:xfrm>
            <a:off x="7805529" y="6427304"/>
            <a:ext cx="38563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dirty="0"/>
              <a:t>Taller de Proyecto II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3095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217"/>
    </mc:Choice>
    <mc:Fallback xmlns="">
      <p:transition spd="slow" advTm="41217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Hardware y </a:t>
            </a:r>
            <a:r>
              <a:rPr lang="en-US" b="1" dirty="0" err="1"/>
              <a:t>Herramientas</a:t>
            </a:r>
            <a:r>
              <a:rPr lang="en-US" b="1" dirty="0"/>
              <a:t> de Software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199" y="1825625"/>
            <a:ext cx="10823713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b="1" i="1" dirty="0"/>
          </a:p>
          <a:p>
            <a:pPr>
              <a:buFontTx/>
              <a:buChar char="-"/>
            </a:pPr>
            <a:r>
              <a:rPr lang="en-US" b="1" i="1" dirty="0" err="1" smtClean="0"/>
              <a:t>Mencionar</a:t>
            </a:r>
            <a:r>
              <a:rPr lang="en-US" b="1" i="1" dirty="0" smtClean="0"/>
              <a:t> </a:t>
            </a:r>
            <a:r>
              <a:rPr lang="en-US" b="1" i="1" dirty="0"/>
              <a:t>el </a:t>
            </a:r>
            <a:r>
              <a:rPr lang="en-US" b="1" i="1" dirty="0" err="1" smtClean="0"/>
              <a:t>avance</a:t>
            </a:r>
            <a:r>
              <a:rPr lang="en-US" b="1" i="1" dirty="0" smtClean="0"/>
              <a:t> </a:t>
            </a:r>
            <a:r>
              <a:rPr lang="en-US" b="1" i="1" dirty="0" err="1" smtClean="0"/>
              <a:t>estimado</a:t>
            </a:r>
            <a:r>
              <a:rPr lang="en-US" b="1" i="1" dirty="0" smtClean="0"/>
              <a:t> a </a:t>
            </a:r>
            <a:r>
              <a:rPr lang="en-US" b="1" i="1" dirty="0" err="1" smtClean="0"/>
              <a:t>Octubre</a:t>
            </a:r>
            <a:r>
              <a:rPr lang="en-US" b="1" i="1" dirty="0" smtClean="0"/>
              <a:t> </a:t>
            </a:r>
          </a:p>
          <a:p>
            <a:pPr lvl="1">
              <a:buFontTx/>
              <a:buChar char="-"/>
            </a:pPr>
            <a:r>
              <a:rPr lang="es-ES" b="1" i="1" dirty="0" smtClean="0"/>
              <a:t>Posible dependencia/s</a:t>
            </a:r>
            <a:endParaRPr lang="en-US" b="1" i="1" dirty="0"/>
          </a:p>
          <a:p>
            <a:pPr marL="0" indent="0">
              <a:buNone/>
            </a:pPr>
            <a:r>
              <a:rPr lang="en-US" b="1" i="1" dirty="0"/>
              <a:t>- </a:t>
            </a:r>
            <a:r>
              <a:rPr lang="en-US" b="1" i="1" dirty="0" err="1"/>
              <a:t>Mencionar</a:t>
            </a:r>
            <a:r>
              <a:rPr lang="en-US" b="1" i="1" dirty="0"/>
              <a:t> el </a:t>
            </a:r>
            <a:r>
              <a:rPr lang="en-US" b="1" i="1" dirty="0" err="1"/>
              <a:t>avance</a:t>
            </a:r>
            <a:r>
              <a:rPr lang="en-US" b="1" i="1" dirty="0"/>
              <a:t> </a:t>
            </a:r>
            <a:r>
              <a:rPr lang="en-US" b="1" i="1" dirty="0" err="1"/>
              <a:t>estimado</a:t>
            </a:r>
            <a:r>
              <a:rPr lang="en-US" b="1" i="1" dirty="0"/>
              <a:t> a </a:t>
            </a:r>
            <a:r>
              <a:rPr lang="en-US" b="1" i="1" dirty="0" err="1" smtClean="0"/>
              <a:t>Noviembre</a:t>
            </a:r>
            <a:endParaRPr lang="en-US" b="1" i="1" dirty="0"/>
          </a:p>
          <a:p>
            <a:pPr marL="0" indent="0">
              <a:buNone/>
            </a:pPr>
            <a:endParaRPr lang="en-US" b="1" i="1" dirty="0"/>
          </a:p>
        </p:txBody>
      </p:sp>
      <p:sp>
        <p:nvSpPr>
          <p:cNvPr id="5" name="CuadroTexto 4"/>
          <p:cNvSpPr txBox="1"/>
          <p:nvPr/>
        </p:nvSpPr>
        <p:spPr>
          <a:xfrm>
            <a:off x="7805529" y="6427304"/>
            <a:ext cx="38563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dirty="0"/>
              <a:t>Taller de Proyecto II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6569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7468"/>
    </mc:Choice>
    <mc:Fallback xmlns="">
      <p:transition spd="slow" advTm="27468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636975"/>
          </a:xfrm>
        </p:spPr>
        <p:txBody>
          <a:bodyPr/>
          <a:lstStyle/>
          <a:p>
            <a:pPr algn="ctr"/>
            <a:r>
              <a:rPr lang="en-US" b="1" dirty="0"/>
              <a:t>¡Gracias!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uadroTexto 4">
            <a:extLst>
              <a:ext uri="{FF2B5EF4-FFF2-40B4-BE49-F238E27FC236}">
                <a16:creationId xmlns:a16="http://schemas.microsoft.com/office/drawing/2014/main" id="{B36C0157-4EA3-4228-76BA-21445B301860}"/>
              </a:ext>
            </a:extLst>
          </p:cNvPr>
          <p:cNvSpPr txBox="1"/>
          <p:nvPr/>
        </p:nvSpPr>
        <p:spPr>
          <a:xfrm>
            <a:off x="7805529" y="6427304"/>
            <a:ext cx="38563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dirty="0"/>
              <a:t>Taller de Proyecto II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1659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50"/>
    </mc:Choice>
    <mc:Fallback xmlns="">
      <p:transition spd="slow" advTm="5050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200</Words>
  <Application>Microsoft Office PowerPoint</Application>
  <PresentationFormat>Panorámica</PresentationFormat>
  <Paragraphs>41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Tema de Office</vt:lpstr>
      <vt:lpstr>Taller de Proyecto II</vt:lpstr>
      <vt:lpstr>Objetivo/s del Proyecto</vt:lpstr>
      <vt:lpstr>Esquemático Gráfico/Funcionalidad</vt:lpstr>
      <vt:lpstr>Hardware y Herramientas de Software</vt:lpstr>
      <vt:lpstr>Hardware y Herramientas de Software</vt:lpstr>
      <vt:lpstr>¡Gracias!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Taller de Proyecto II</dc:title>
  <dc:creator>fernando</dc:creator>
  <cp:lastModifiedBy>Usuario</cp:lastModifiedBy>
  <cp:revision>18</cp:revision>
  <dcterms:created xsi:type="dcterms:W3CDTF">2019-08-13T19:14:34Z</dcterms:created>
  <dcterms:modified xsi:type="dcterms:W3CDTF">2025-03-05T22:10:00Z</dcterms:modified>
</cp:coreProperties>
</file>