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5" d="100"/>
          <a:sy n="65" d="100"/>
        </p:scale>
        <p:origin x="9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5EE85-7C54-6269-1F91-00C13D1B2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33B670-2272-3137-76D6-F0BAA9337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9778AB-99BA-0142-68E3-F5C8D0A8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E6AF85-3B8C-23C1-DBA6-7ACDE912F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70F26D-F361-7614-16BC-E85DD6F4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069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097F9-19FE-3E88-7777-6160A8A2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D5575D-A66C-CABF-D6A0-D5C8B4DAF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35FF3E-4C72-B969-E490-B867E36E9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9759EE-B8F9-768B-3160-5AF12DD3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BDF83F-0B9F-C0F5-29B0-E65329A4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997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E1735-E7B8-25E8-5C69-584FA7634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C66F1E-4DD3-F44B-2727-15B64AF18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6D35D7-7C84-7C0F-C135-30DE8E97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E1F7E6-EBE7-BB3E-5A01-3BF1B2FB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5534DA-3DEA-EC2F-36FA-756BEB7E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02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27163-88CC-2F47-8A5A-60EC9283F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1CA43B-A142-A461-5006-1420565DA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EE38DC-2324-C308-D5E3-BB706D177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AAFE8D-371F-FCB7-FB7C-3BF296191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B9E020-AC96-8142-E7DE-5999845D2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E2B430-C5ED-815F-025C-4F1B72D8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6883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BED79-8613-F679-F868-DF5D61465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D4A32C-A253-DCBA-817A-B49A9B3FC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96D7C0-8DD8-1B98-63C5-08AC61AF1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8A85341-F5E1-3713-0632-CA3532DE3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1D1F60E-98A6-7769-F9B1-1B4C818D2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0CAE07B-1C4D-C53F-3F48-44ADB6DD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E3994AF-DBAD-2029-BFF9-52FA337DD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558C49F-953C-30DB-BB76-1E5E6152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0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236E9-1E4F-AB2E-8EC3-43B603A7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E8721F-97DD-83A9-BC35-42B4EBE6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BB85AE-853D-765A-595E-AAFFC380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19C099-18B9-544E-1F5B-26D83FC3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961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507953-97C5-4CE4-018F-A8D108C1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708396-2D1D-D005-CC62-E1BD552A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1137A1-E8DF-8D1D-6ED6-720A8F57C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997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94106-6841-3447-C018-5DB84A91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F40D0E-408A-2D3C-5E1A-C532E4314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0232E7-6295-3737-1B08-263F1AA56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3A23D2-42F1-A752-0E3A-68C5318D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3D1DC9-D221-A6E8-7F7C-621C167B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7DBE87-BD29-DCBC-226D-00AB4CE2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7257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99008-042A-5337-9041-FF04A5376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92B8BA-994C-9F33-8346-B83DEAF28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4149CF-5579-6469-6DB8-70EB812E6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CB6564-1FF2-4C9E-0763-07A4E967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506A89-0708-92C7-B679-C029297E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B1122B-2585-8B83-BF72-57DD2889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200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C7B6E-4B29-3E4C-8F57-38753A658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55B1BC-F38C-252D-FA5F-293FED89F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46A84-FDD4-185F-428A-119F6ED4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148805-1B9C-693A-99DA-85C4255FF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704AE9-6A9B-9529-17BE-F9B72B04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574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8EF720-3542-2E3C-CA1B-4F68891E9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9D90BE-46E7-8699-1E71-CFA982206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C8E23-9BE2-D7BD-63EE-401F5948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675AC9-96E3-0260-0180-06D1AD38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DD8896-265F-298D-7C59-58972672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300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5DD71B-EC66-CC20-9C59-BB98574E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2C4F0A-C7DA-8437-F20F-A907A82D7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DC7E6B-B300-2744-53AD-9C73DA9A2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AE86F-4291-4046-9C65-F747E6585A86}" type="datetimeFigureOut">
              <a:rPr lang="es-AR" smtClean="0"/>
              <a:t>4/9/2024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FC86CB-9E1E-AC4A-A26E-3B2C5CED8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C0AFF8-EEA7-A349-1057-442BCD3A3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12A9E-F42A-4F68-B3BE-404A1A80C8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7582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C04A-3E78-501C-EB52-83B279A5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80179"/>
          </a:xfrm>
        </p:spPr>
        <p:txBody>
          <a:bodyPr>
            <a:normAutofit fontScale="90000"/>
          </a:bodyPr>
          <a:lstStyle/>
          <a:p>
            <a:r>
              <a:rPr lang="es-AR" dirty="0"/>
              <a:t>Introducción a Gazebo</a:t>
            </a:r>
            <a:br>
              <a:rPr lang="es-AR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02B24-4129-C1F3-6FD7-C8902E23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29" y="929149"/>
            <a:ext cx="10019071" cy="4675238"/>
          </a:xfrm>
        </p:spPr>
        <p:txBody>
          <a:bodyPr>
            <a:no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Gazebo es un simulador de robótica 3D que proporciona un entorno físico realista.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Soporta la simulación de robots complejos, sensores y escenarios dinámicos.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Características </a:t>
            </a:r>
            <a:r>
              <a:rPr lang="es-AR" sz="2800" dirty="0" err="1"/>
              <a:t>Clave:Simulación</a:t>
            </a:r>
            <a:r>
              <a:rPr lang="es-AR" sz="2800" dirty="0"/>
              <a:t> de física avanzada (colisiones, fricción, gravedad).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Modelado detallado de sensores (cámaras, LIDAR, IMU).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Integración con ROS para control y comunicación en tiempo real.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Aplicaciones: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Pruebas de algoritmos de navegación.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Desarrollo y validación de controladores de robots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Entrenamiento de modelos de aprendizaje</a:t>
            </a:r>
          </a:p>
        </p:txBody>
      </p:sp>
    </p:spTree>
    <p:extLst>
      <p:ext uri="{BB962C8B-B14F-4D97-AF65-F5344CB8AC3E}">
        <p14:creationId xmlns:p14="http://schemas.microsoft.com/office/powerpoint/2010/main" val="4043860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C04A-3E78-501C-EB52-83B279A5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6348"/>
            <a:ext cx="9144000" cy="516194"/>
          </a:xfrm>
        </p:spPr>
        <p:txBody>
          <a:bodyPr>
            <a:normAutofit fontScale="90000"/>
          </a:bodyPr>
          <a:lstStyle/>
          <a:p>
            <a:r>
              <a:rPr lang="es-AR" sz="6000" dirty="0"/>
              <a:t>Arquitectura de Gazebo</a:t>
            </a:r>
            <a:br>
              <a:rPr lang="es-AR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02B24-4129-C1F3-6FD7-C8902E23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29" y="1386347"/>
            <a:ext cx="10019071" cy="4218039"/>
          </a:xfrm>
        </p:spPr>
        <p:txBody>
          <a:bodyPr>
            <a:no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Componentes Principales: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Motor de Física: Maneja las interacciones físicas.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Motor de Renderizado: Genera imágenes 3D para la simulación visual.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Sistema de Sensores: Simula sensores como cámaras, LIDAR, etc.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Sistema de </a:t>
            </a:r>
            <a:r>
              <a:rPr lang="es-AR" sz="2600" dirty="0" err="1"/>
              <a:t>Plugins</a:t>
            </a:r>
            <a:r>
              <a:rPr lang="es-AR" sz="2600" dirty="0"/>
              <a:t>: Permite la extensión de funcionalidades a través de código personalizado.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Integración con ROS:ROS controla el robot mientras Gazebo simula su </a:t>
            </a:r>
            <a:r>
              <a:rPr lang="es-AR" sz="2600" dirty="0" err="1"/>
              <a:t>entorno.Comunicación</a:t>
            </a:r>
            <a:r>
              <a:rPr lang="es-AR" sz="2600" dirty="0"/>
              <a:t> a través de tópicos, servicios y acciones.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240982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C04A-3E78-501C-EB52-83B279A5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6348"/>
            <a:ext cx="9144000" cy="516194"/>
          </a:xfrm>
        </p:spPr>
        <p:txBody>
          <a:bodyPr>
            <a:normAutofit fontScale="90000"/>
          </a:bodyPr>
          <a:lstStyle/>
          <a:p>
            <a:r>
              <a:rPr lang="es-AR" sz="6000" dirty="0"/>
              <a:t>Instalación de Gazebo</a:t>
            </a:r>
            <a:br>
              <a:rPr lang="es-AR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02B24-4129-C1F3-6FD7-C8902E23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29" y="1386347"/>
            <a:ext cx="10019071" cy="4218039"/>
          </a:xfrm>
        </p:spPr>
        <p:txBody>
          <a:bodyPr>
            <a:no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Requisitos del </a:t>
            </a:r>
            <a:r>
              <a:rPr lang="es-AR" sz="2800" dirty="0" err="1"/>
              <a:t>Sistema:Ubuntu</a:t>
            </a:r>
            <a:r>
              <a:rPr lang="es-AR" sz="2800" dirty="0"/>
              <a:t> 18.04 o superior recomendado.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Hardware compatible con OpenGL.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Pasos de Instalación: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Actualizar listas de </a:t>
            </a:r>
            <a:r>
              <a:rPr lang="es-AR" sz="2600" dirty="0" err="1"/>
              <a:t>paquetes:bash</a:t>
            </a:r>
            <a:r>
              <a:rPr lang="es-AR" sz="2600" dirty="0"/>
              <a:t> Copiar código sudo </a:t>
            </a:r>
            <a:r>
              <a:rPr lang="es-AR" sz="2600" dirty="0" err="1"/>
              <a:t>apt-get</a:t>
            </a:r>
            <a:r>
              <a:rPr lang="es-AR" sz="2600" dirty="0"/>
              <a:t> </a:t>
            </a:r>
            <a:r>
              <a:rPr lang="es-AR" sz="2600" dirty="0" err="1"/>
              <a:t>update</a:t>
            </a:r>
            <a:endParaRPr lang="es-AR" sz="2600" dirty="0"/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Instalar Gazebo (por ejemplo, Gazebo 11):</a:t>
            </a:r>
            <a:r>
              <a:rPr lang="es-AR" sz="2600" dirty="0" err="1"/>
              <a:t>bashCopiar</a:t>
            </a:r>
            <a:r>
              <a:rPr lang="es-AR" sz="2600" dirty="0"/>
              <a:t> </a:t>
            </a:r>
            <a:r>
              <a:rPr lang="es-AR" sz="2600" dirty="0" err="1"/>
              <a:t>códigosudo</a:t>
            </a:r>
            <a:r>
              <a:rPr lang="es-AR" sz="2600" dirty="0"/>
              <a:t> </a:t>
            </a:r>
            <a:r>
              <a:rPr lang="es-AR" sz="2600" dirty="0" err="1"/>
              <a:t>apt-get</a:t>
            </a:r>
            <a:r>
              <a:rPr lang="es-AR" sz="2600" dirty="0"/>
              <a:t> </a:t>
            </a:r>
            <a:r>
              <a:rPr lang="es-AR" sz="2600" dirty="0" err="1"/>
              <a:t>install</a:t>
            </a:r>
            <a:r>
              <a:rPr lang="es-AR" sz="2600" dirty="0"/>
              <a:t> gazebo11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Instalar </a:t>
            </a:r>
            <a:r>
              <a:rPr lang="es-AR" sz="2600" dirty="0" err="1"/>
              <a:t>plugins</a:t>
            </a:r>
            <a:r>
              <a:rPr lang="es-AR" sz="2600" dirty="0"/>
              <a:t> de ROS para </a:t>
            </a:r>
            <a:r>
              <a:rPr lang="es-AR" sz="2600" dirty="0" err="1"/>
              <a:t>Gazebo:bashCopiar</a:t>
            </a:r>
            <a:r>
              <a:rPr lang="es-AR" sz="2600" dirty="0"/>
              <a:t> </a:t>
            </a:r>
            <a:r>
              <a:rPr lang="es-AR" sz="2600" dirty="0" err="1"/>
              <a:t>códigosudo</a:t>
            </a:r>
            <a:r>
              <a:rPr lang="es-AR" sz="2600" dirty="0"/>
              <a:t> </a:t>
            </a:r>
            <a:r>
              <a:rPr lang="es-AR" sz="2600" dirty="0" err="1"/>
              <a:t>apt-get</a:t>
            </a:r>
            <a:r>
              <a:rPr lang="es-AR" sz="2600" dirty="0"/>
              <a:t> </a:t>
            </a:r>
            <a:r>
              <a:rPr lang="es-AR" sz="2600" dirty="0" err="1"/>
              <a:t>install</a:t>
            </a:r>
            <a:r>
              <a:rPr lang="es-AR" sz="2600" dirty="0"/>
              <a:t> ros-</a:t>
            </a:r>
            <a:r>
              <a:rPr lang="es-AR" sz="2600" dirty="0" err="1"/>
              <a:t>noetic</a:t>
            </a:r>
            <a:r>
              <a:rPr lang="es-AR" sz="2600" dirty="0"/>
              <a:t>-gazebo-ros-</a:t>
            </a:r>
            <a:r>
              <a:rPr lang="es-AR" sz="2600" dirty="0" err="1"/>
              <a:t>pkgs</a:t>
            </a:r>
            <a:r>
              <a:rPr lang="es-AR" sz="2600" dirty="0"/>
              <a:t> ros-</a:t>
            </a:r>
            <a:r>
              <a:rPr lang="es-AR" sz="2600" dirty="0" err="1"/>
              <a:t>noetic</a:t>
            </a:r>
            <a:r>
              <a:rPr lang="es-AR" sz="2600" dirty="0"/>
              <a:t>-gazebo-ros-control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600" dirty="0"/>
              <a:t>Verificación de la </a:t>
            </a:r>
            <a:r>
              <a:rPr lang="es-AR" sz="2600" dirty="0" err="1"/>
              <a:t>Instalación:Ejecutar</a:t>
            </a:r>
            <a:r>
              <a:rPr lang="es-AR" sz="2600" dirty="0"/>
              <a:t> Gazebo desde la </a:t>
            </a:r>
            <a:r>
              <a:rPr lang="es-AR" sz="2600" dirty="0" err="1"/>
              <a:t>terminal:bash</a:t>
            </a:r>
            <a:r>
              <a:rPr lang="es-AR" sz="2600" dirty="0"/>
              <a:t> Copiar </a:t>
            </a:r>
            <a:r>
              <a:rPr lang="es-AR" sz="2600" dirty="0" err="1"/>
              <a:t>códigogazebo</a:t>
            </a:r>
            <a:endParaRPr lang="es-AR" sz="2200" dirty="0"/>
          </a:p>
        </p:txBody>
      </p:sp>
    </p:spTree>
    <p:extLst>
      <p:ext uri="{BB962C8B-B14F-4D97-AF65-F5344CB8AC3E}">
        <p14:creationId xmlns:p14="http://schemas.microsoft.com/office/powerpoint/2010/main" val="356536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C04A-3E78-501C-EB52-83B279A5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6348"/>
            <a:ext cx="9144000" cy="516194"/>
          </a:xfrm>
        </p:spPr>
        <p:txBody>
          <a:bodyPr>
            <a:normAutofit fontScale="90000"/>
          </a:bodyPr>
          <a:lstStyle/>
          <a:p>
            <a:r>
              <a:rPr lang="es-AR" sz="6000" dirty="0"/>
              <a:t>Interfaz de Usuario de Gazebo</a:t>
            </a:r>
            <a:br>
              <a:rPr lang="es-AR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02B24-4129-C1F3-6FD7-C8902E23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29" y="1386347"/>
            <a:ext cx="10019071" cy="4218039"/>
          </a:xfrm>
        </p:spPr>
        <p:txBody>
          <a:bodyPr>
            <a:no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Vista 3D:Cámara Principal: Navega y explora el entorno 3D.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Herramientas de Cámara: Permite ajustar la posición y orientación de la cámara.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Panel de </a:t>
            </a:r>
            <a:r>
              <a:rPr lang="es-AR" sz="2800" dirty="0" err="1"/>
              <a:t>Modelos:Acceso</a:t>
            </a:r>
            <a:r>
              <a:rPr lang="es-AR" sz="2800" dirty="0"/>
              <a:t> rápido a modelos </a:t>
            </a:r>
            <a:r>
              <a:rPr lang="es-AR" sz="2800" dirty="0" err="1"/>
              <a:t>predefinidos.Arrastrar</a:t>
            </a:r>
            <a:r>
              <a:rPr lang="es-AR" sz="2800" dirty="0"/>
              <a:t> y soltar modelos (robots, sensores, objetos) en el entorno.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Panel de </a:t>
            </a:r>
            <a:r>
              <a:rPr lang="es-AR" sz="2800" dirty="0" err="1"/>
              <a:t>Propiedades:Permite</a:t>
            </a:r>
            <a:r>
              <a:rPr lang="es-AR" sz="2800" dirty="0"/>
              <a:t> modificar propiedades de los objetos (</a:t>
            </a:r>
            <a:r>
              <a:rPr lang="es-AR" sz="2800" dirty="0" err="1"/>
              <a:t>e.g</a:t>
            </a:r>
            <a:r>
              <a:rPr lang="es-AR" sz="2800" dirty="0"/>
              <a:t>., posición, orientación, material).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Barra de </a:t>
            </a:r>
            <a:r>
              <a:rPr lang="es-AR" sz="2800" dirty="0" err="1"/>
              <a:t>Herramientas:Controles</a:t>
            </a:r>
            <a:r>
              <a:rPr lang="es-AR" sz="2800" dirty="0"/>
              <a:t> para iniciar/detener la simulación, ajustar la velocidad, y cambiar la vista.</a:t>
            </a:r>
            <a:endParaRPr lang="es-AR" sz="2200" dirty="0"/>
          </a:p>
        </p:txBody>
      </p:sp>
    </p:spTree>
    <p:extLst>
      <p:ext uri="{BB962C8B-B14F-4D97-AF65-F5344CB8AC3E}">
        <p14:creationId xmlns:p14="http://schemas.microsoft.com/office/powerpoint/2010/main" val="161949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C04A-3E78-501C-EB52-83B279A5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6348"/>
            <a:ext cx="9144000" cy="516194"/>
          </a:xfrm>
        </p:spPr>
        <p:txBody>
          <a:bodyPr>
            <a:normAutofit fontScale="90000"/>
          </a:bodyPr>
          <a:lstStyle/>
          <a:p>
            <a:r>
              <a:rPr lang="es-AR" sz="6000" dirty="0"/>
              <a:t>Creación de Escenarios</a:t>
            </a:r>
            <a:br>
              <a:rPr lang="es-AR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02B24-4129-C1F3-6FD7-C8902E23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29" y="1386347"/>
            <a:ext cx="10019071" cy="4218039"/>
          </a:xfrm>
        </p:spPr>
        <p:txBody>
          <a:bodyPr>
            <a:no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Añadir </a:t>
            </a:r>
            <a:r>
              <a:rPr lang="es-AR" sz="2800" dirty="0" err="1"/>
              <a:t>Modelos:Utilizar</a:t>
            </a:r>
            <a:r>
              <a:rPr lang="es-AR" sz="2800" dirty="0"/>
              <a:t> el panel de modelos para arrastrar y soltar objetos y robots en la escena.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Modelos disponibles: bloques, mesas, robots móviles, etc.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Manipulación de </a:t>
            </a:r>
            <a:r>
              <a:rPr lang="es-AR" sz="2800" dirty="0" err="1"/>
              <a:t>Objetos:Selección</a:t>
            </a:r>
            <a:r>
              <a:rPr lang="es-AR" sz="2800" dirty="0"/>
              <a:t> y transformación (traslación, rotación).Ajuste fino de propiedades a través del panel de propiedades.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Guardar y Cargar </a:t>
            </a:r>
            <a:r>
              <a:rPr lang="es-AR" sz="2800" dirty="0" err="1"/>
              <a:t>Escenarios:Guardar</a:t>
            </a:r>
            <a:r>
              <a:rPr lang="es-AR" sz="2800" dirty="0"/>
              <a:t> el escenario </a:t>
            </a:r>
            <a:r>
              <a:rPr lang="es-AR" sz="2800" dirty="0" err="1"/>
              <a:t>actual:bashCopiar</a:t>
            </a:r>
            <a:r>
              <a:rPr lang="es-AR" sz="2800" dirty="0"/>
              <a:t> </a:t>
            </a:r>
            <a:r>
              <a:rPr lang="es-AR" sz="2800" dirty="0" err="1"/>
              <a:t>códigoFile</a:t>
            </a:r>
            <a:r>
              <a:rPr lang="es-AR" sz="2800" dirty="0"/>
              <a:t> &gt; </a:t>
            </a:r>
            <a:r>
              <a:rPr lang="es-AR" sz="2800" dirty="0" err="1"/>
              <a:t>Save</a:t>
            </a:r>
            <a:r>
              <a:rPr lang="es-AR" sz="2800" dirty="0"/>
              <a:t> </a:t>
            </a:r>
            <a:r>
              <a:rPr lang="es-AR" sz="2800" dirty="0" err="1"/>
              <a:t>World</a:t>
            </a:r>
            <a:r>
              <a:rPr lang="es-AR" sz="2800" dirty="0"/>
              <a:t> As...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Cargar un escenario guardado </a:t>
            </a:r>
            <a:r>
              <a:rPr lang="es-AR" sz="2800" dirty="0" err="1"/>
              <a:t>previamente:bashCopiar</a:t>
            </a:r>
            <a:r>
              <a:rPr lang="es-AR" sz="2800" dirty="0"/>
              <a:t> </a:t>
            </a:r>
            <a:r>
              <a:rPr lang="es-AR" sz="2800" dirty="0" err="1"/>
              <a:t>códigoFile</a:t>
            </a:r>
            <a:r>
              <a:rPr lang="es-AR" sz="2800" dirty="0"/>
              <a:t> &gt; Open...</a:t>
            </a:r>
            <a:endParaRPr lang="es-AR" sz="2200" dirty="0"/>
          </a:p>
        </p:txBody>
      </p:sp>
    </p:spTree>
    <p:extLst>
      <p:ext uri="{BB962C8B-B14F-4D97-AF65-F5344CB8AC3E}">
        <p14:creationId xmlns:p14="http://schemas.microsoft.com/office/powerpoint/2010/main" val="52187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C04A-3E78-501C-EB52-83B279A5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6348"/>
            <a:ext cx="9144000" cy="516194"/>
          </a:xfrm>
        </p:spPr>
        <p:txBody>
          <a:bodyPr>
            <a:normAutofit fontScale="90000"/>
          </a:bodyPr>
          <a:lstStyle/>
          <a:p>
            <a:r>
              <a:rPr lang="es-AR" sz="6000" dirty="0"/>
              <a:t>Modelos y Sensores</a:t>
            </a:r>
            <a:br>
              <a:rPr lang="es-AR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02B24-4129-C1F3-6FD7-C8902E23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29" y="1386347"/>
            <a:ext cx="10019071" cy="4218039"/>
          </a:xfrm>
        </p:spPr>
        <p:txBody>
          <a:bodyPr>
            <a:no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Modelos de </a:t>
            </a:r>
            <a:r>
              <a:rPr lang="es-AR" sz="2800" dirty="0" err="1"/>
              <a:t>Robots:Robots</a:t>
            </a:r>
            <a:r>
              <a:rPr lang="es-AR" sz="2800" dirty="0"/>
              <a:t> predefinidos (</a:t>
            </a:r>
            <a:r>
              <a:rPr lang="es-AR" sz="2800" dirty="0" err="1"/>
              <a:t>e.g</a:t>
            </a:r>
            <a:r>
              <a:rPr lang="es-AR" sz="2800" dirty="0"/>
              <a:t>., Pioneer, PR2).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Modelos personalizables en formato SDF (</a:t>
            </a:r>
            <a:r>
              <a:rPr lang="es-AR" sz="2800" dirty="0" err="1"/>
              <a:t>Simulation</a:t>
            </a:r>
            <a:r>
              <a:rPr lang="es-AR" sz="2800" dirty="0"/>
              <a:t> </a:t>
            </a:r>
            <a:r>
              <a:rPr lang="es-AR" sz="2800" dirty="0" err="1"/>
              <a:t>Description</a:t>
            </a:r>
            <a:r>
              <a:rPr lang="es-AR" sz="2800" dirty="0"/>
              <a:t> </a:t>
            </a:r>
            <a:r>
              <a:rPr lang="es-AR" sz="2800" dirty="0" err="1"/>
              <a:t>Format</a:t>
            </a:r>
            <a:r>
              <a:rPr lang="es-AR" sz="2800" dirty="0"/>
              <a:t>).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sz="2800" dirty="0"/>
              <a:t>Tipos de Sensores: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400" dirty="0"/>
              <a:t>Cámaras: RGB, Depth, etc.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400" dirty="0"/>
              <a:t>LIDAR: Para detección de distancias y mapeo.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400" dirty="0"/>
              <a:t>IMU: Sensores inerciales para detectar orientación y aceleración.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400" dirty="0"/>
              <a:t>Configuración de </a:t>
            </a:r>
            <a:r>
              <a:rPr lang="es-AR" sz="2400" dirty="0" err="1"/>
              <a:t>Sensores:Añadir</a:t>
            </a:r>
            <a:r>
              <a:rPr lang="es-AR" sz="2400" dirty="0"/>
              <a:t> y configurar sensores desde el panel de propiedades.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400" dirty="0"/>
              <a:t>Integración con ROS para recibir datos de sensores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934026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C04A-3E78-501C-EB52-83B279A5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6348"/>
            <a:ext cx="9144000" cy="516194"/>
          </a:xfrm>
        </p:spPr>
        <p:txBody>
          <a:bodyPr>
            <a:normAutofit fontScale="90000"/>
          </a:bodyPr>
          <a:lstStyle/>
          <a:p>
            <a:r>
              <a:rPr lang="es-AR" sz="4900" dirty="0"/>
              <a:t>Creación de un Modelo Personalizado</a:t>
            </a:r>
            <a:br>
              <a:rPr lang="es-AR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02B24-4129-C1F3-6FD7-C8902E23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29" y="1386347"/>
            <a:ext cx="10019071" cy="4218039"/>
          </a:xfrm>
        </p:spPr>
        <p:txBody>
          <a:bodyPr>
            <a:no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/>
              <a:t>Introducción al Formato SDF:SDF es un formato XML utilizado para describir modelos y mundos en </a:t>
            </a:r>
            <a:r>
              <a:rPr lang="es-AR" dirty="0" err="1"/>
              <a:t>Gazebo.Define</a:t>
            </a:r>
            <a:r>
              <a:rPr lang="es-AR" dirty="0"/>
              <a:t> la estructura, propiedades físicas y visuales de los modelos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/>
              <a:t>Creación Básica de un Modelo: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000" dirty="0"/>
              <a:t>Crear un archivo SDF que defina un cubo simple:</a:t>
            </a:r>
          </a:p>
          <a:p>
            <a:pPr marL="1371600" lvl="2" indent="-457200" algn="l">
              <a:buFont typeface="Arial" panose="020B0604020202020204" pitchFamily="34" charset="0"/>
              <a:buChar char="•"/>
            </a:pPr>
            <a:r>
              <a:rPr lang="es-AR" sz="2000" dirty="0" err="1"/>
              <a:t>xmlCopiar</a:t>
            </a:r>
            <a:r>
              <a:rPr lang="es-AR" sz="2000" dirty="0"/>
              <a:t> código</a:t>
            </a:r>
          </a:p>
          <a:p>
            <a:pPr lvl="2" algn="l"/>
            <a:r>
              <a:rPr lang="es-AR" sz="2000" dirty="0"/>
              <a:t>&lt;</a:t>
            </a:r>
            <a:r>
              <a:rPr lang="es-AR" sz="2000" dirty="0" err="1"/>
              <a:t>sdf</a:t>
            </a:r>
            <a:r>
              <a:rPr lang="es-AR" sz="2000" dirty="0"/>
              <a:t> </a:t>
            </a:r>
            <a:r>
              <a:rPr lang="es-AR" sz="2000" dirty="0" err="1"/>
              <a:t>version</a:t>
            </a:r>
            <a:r>
              <a:rPr lang="es-AR" sz="2000" dirty="0"/>
              <a:t>="1.6"&gt;  </a:t>
            </a:r>
          </a:p>
          <a:p>
            <a:pPr lvl="2" algn="l"/>
            <a:r>
              <a:rPr lang="es-AR" sz="2000" dirty="0"/>
              <a:t>&lt;</a:t>
            </a:r>
            <a:r>
              <a:rPr lang="es-AR" sz="2000" dirty="0" err="1"/>
              <a:t>model</a:t>
            </a:r>
            <a:r>
              <a:rPr lang="es-AR" sz="2000" dirty="0"/>
              <a:t> </a:t>
            </a:r>
            <a:r>
              <a:rPr lang="es-AR" sz="2000" dirty="0" err="1"/>
              <a:t>name</a:t>
            </a:r>
            <a:r>
              <a:rPr lang="es-AR" sz="2000" dirty="0"/>
              <a:t>="</a:t>
            </a:r>
            <a:r>
              <a:rPr lang="es-AR" sz="2000" dirty="0" err="1"/>
              <a:t>simple_box</a:t>
            </a:r>
            <a:r>
              <a:rPr lang="es-AR" sz="2000" dirty="0"/>
              <a:t>"&gt;   </a:t>
            </a:r>
          </a:p>
          <a:p>
            <a:pPr lvl="2" algn="l"/>
            <a:r>
              <a:rPr lang="es-AR" sz="2000" dirty="0"/>
              <a:t>&lt;link </a:t>
            </a:r>
            <a:r>
              <a:rPr lang="es-AR" sz="2000" dirty="0" err="1"/>
              <a:t>name</a:t>
            </a:r>
            <a:r>
              <a:rPr lang="es-AR" sz="2000" dirty="0"/>
              <a:t>="link"&gt;      &lt;pose&gt;0 0 0 0 0 0&lt;/pose&gt;      </a:t>
            </a:r>
          </a:p>
          <a:p>
            <a:pPr lvl="2" algn="l"/>
            <a:r>
              <a:rPr lang="es-AR" sz="2000" dirty="0"/>
              <a:t>&lt;</a:t>
            </a:r>
            <a:r>
              <a:rPr lang="es-AR" sz="2000" dirty="0" err="1"/>
              <a:t>collision</a:t>
            </a:r>
            <a:r>
              <a:rPr lang="es-AR" sz="2000" dirty="0"/>
              <a:t> </a:t>
            </a:r>
            <a:r>
              <a:rPr lang="es-AR" sz="2000" dirty="0" err="1"/>
              <a:t>name</a:t>
            </a:r>
            <a:r>
              <a:rPr lang="es-AR" sz="2000" dirty="0"/>
              <a:t>="</a:t>
            </a:r>
            <a:r>
              <a:rPr lang="es-AR" sz="2000" dirty="0" err="1"/>
              <a:t>collision</a:t>
            </a:r>
            <a:r>
              <a:rPr lang="es-AR" sz="2000" dirty="0"/>
              <a:t>"&gt;       </a:t>
            </a:r>
          </a:p>
          <a:p>
            <a:pPr lvl="2" algn="l"/>
            <a:r>
              <a:rPr lang="es-AR" sz="2000" dirty="0"/>
              <a:t> &lt;</a:t>
            </a:r>
            <a:r>
              <a:rPr lang="es-AR" sz="2000" dirty="0" err="1"/>
              <a:t>geometry</a:t>
            </a:r>
            <a:r>
              <a:rPr lang="es-AR" sz="2000" dirty="0"/>
              <a:t>&gt;          &lt;box&gt;&lt;</a:t>
            </a:r>
            <a:r>
              <a:rPr lang="es-AR" sz="2000" dirty="0" err="1"/>
              <a:t>size</a:t>
            </a:r>
            <a:r>
              <a:rPr lang="es-AR" sz="2000" dirty="0"/>
              <a:t>&gt;1 1 1&lt;/</a:t>
            </a:r>
            <a:r>
              <a:rPr lang="es-AR" sz="2000" dirty="0" err="1"/>
              <a:t>size</a:t>
            </a:r>
            <a:r>
              <a:rPr lang="es-AR" sz="2000" dirty="0"/>
              <a:t>&gt;&lt;/box&gt;        &lt;/</a:t>
            </a:r>
            <a:r>
              <a:rPr lang="es-AR" sz="2000" dirty="0" err="1"/>
              <a:t>geometry</a:t>
            </a:r>
            <a:r>
              <a:rPr lang="es-AR" sz="2000" dirty="0"/>
              <a:t>&gt;      </a:t>
            </a:r>
          </a:p>
          <a:p>
            <a:pPr lvl="2" algn="l"/>
            <a:r>
              <a:rPr lang="es-AR" sz="2000" dirty="0"/>
              <a:t>&lt;/</a:t>
            </a:r>
            <a:r>
              <a:rPr lang="es-AR" sz="2000" dirty="0" err="1"/>
              <a:t>collision</a:t>
            </a:r>
            <a:r>
              <a:rPr lang="es-AR" sz="2000" dirty="0"/>
              <a:t>&gt;      &lt;visual </a:t>
            </a:r>
            <a:r>
              <a:rPr lang="es-AR" sz="2000" dirty="0" err="1"/>
              <a:t>name</a:t>
            </a:r>
            <a:r>
              <a:rPr lang="es-AR" sz="2000" dirty="0"/>
              <a:t>="visual"&gt;        </a:t>
            </a:r>
          </a:p>
          <a:p>
            <a:pPr lvl="2" algn="l"/>
            <a:r>
              <a:rPr lang="es-AR" sz="2000" dirty="0"/>
              <a:t>&lt;</a:t>
            </a:r>
            <a:r>
              <a:rPr lang="es-AR" sz="2000" dirty="0" err="1"/>
              <a:t>geometry</a:t>
            </a:r>
            <a:r>
              <a:rPr lang="es-AR" sz="2000" dirty="0"/>
              <a:t>&gt;          &lt;box&gt;&lt;</a:t>
            </a:r>
            <a:r>
              <a:rPr lang="es-AR" sz="2000" dirty="0" err="1"/>
              <a:t>size</a:t>
            </a:r>
            <a:r>
              <a:rPr lang="es-AR" sz="2000" dirty="0"/>
              <a:t>&gt;1 1 1&lt;/</a:t>
            </a:r>
            <a:r>
              <a:rPr lang="es-AR" sz="2000" dirty="0" err="1"/>
              <a:t>size</a:t>
            </a:r>
            <a:r>
              <a:rPr lang="es-AR" sz="2000" dirty="0"/>
              <a:t>&gt;&lt;/box&gt;        </a:t>
            </a:r>
          </a:p>
          <a:p>
            <a:pPr lvl="2" algn="l"/>
            <a:r>
              <a:rPr lang="es-AR" sz="2000" dirty="0"/>
              <a:t>&lt;/</a:t>
            </a:r>
            <a:r>
              <a:rPr lang="es-AR" sz="2000" dirty="0" err="1"/>
              <a:t>geometry</a:t>
            </a:r>
            <a:r>
              <a:rPr lang="es-AR" sz="2000" dirty="0"/>
              <a:t>&gt;      &lt;/visual&gt;    &lt;/link&gt;  &lt;/</a:t>
            </a:r>
            <a:r>
              <a:rPr lang="es-AR" sz="2000" dirty="0" err="1"/>
              <a:t>model</a:t>
            </a:r>
            <a:r>
              <a:rPr lang="es-AR" sz="2000" dirty="0"/>
              <a:t>&gt;&lt;/</a:t>
            </a:r>
            <a:r>
              <a:rPr lang="es-AR" sz="2000" dirty="0" err="1"/>
              <a:t>sdf</a:t>
            </a:r>
            <a:r>
              <a:rPr lang="es-AR" sz="2000" dirty="0"/>
              <a:t>&gt;</a:t>
            </a:r>
          </a:p>
          <a:p>
            <a:pPr lvl="2" algn="l"/>
            <a:r>
              <a:rPr lang="es-AR" sz="2000" dirty="0"/>
              <a:t>Importar el Modelo en </a:t>
            </a:r>
            <a:r>
              <a:rPr lang="es-AR" sz="2000" dirty="0" err="1"/>
              <a:t>Gazebo:Guardar</a:t>
            </a:r>
            <a:r>
              <a:rPr lang="es-AR" sz="2000" dirty="0"/>
              <a:t> el archivo y cargarlo en Gazebo a través del panel de modelos.</a:t>
            </a:r>
          </a:p>
        </p:txBody>
      </p:sp>
    </p:spTree>
    <p:extLst>
      <p:ext uri="{BB962C8B-B14F-4D97-AF65-F5344CB8AC3E}">
        <p14:creationId xmlns:p14="http://schemas.microsoft.com/office/powerpoint/2010/main" val="3877769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C04A-3E78-501C-EB52-83B279A5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6348"/>
            <a:ext cx="9144000" cy="516194"/>
          </a:xfrm>
        </p:spPr>
        <p:txBody>
          <a:bodyPr>
            <a:normAutofit fontScale="90000"/>
          </a:bodyPr>
          <a:lstStyle/>
          <a:p>
            <a:r>
              <a:rPr lang="es-AR" sz="3100" dirty="0"/>
              <a:t>Integración de Gazebo con ROS</a:t>
            </a:r>
            <a:br>
              <a:rPr lang="es-AR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02B24-4129-C1F3-6FD7-C8902E23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29" y="1386347"/>
            <a:ext cx="10019071" cy="4218039"/>
          </a:xfrm>
        </p:spPr>
        <p:txBody>
          <a:bodyPr>
            <a:no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 err="1"/>
              <a:t>Plugins</a:t>
            </a:r>
            <a:r>
              <a:rPr lang="es-AR" dirty="0"/>
              <a:t> de ROS para </a:t>
            </a:r>
            <a:r>
              <a:rPr lang="es-AR" dirty="0" err="1"/>
              <a:t>Gazebo:Los</a:t>
            </a:r>
            <a:r>
              <a:rPr lang="es-AR" dirty="0"/>
              <a:t> </a:t>
            </a:r>
            <a:r>
              <a:rPr lang="es-AR" dirty="0" err="1"/>
              <a:t>plugins</a:t>
            </a:r>
            <a:r>
              <a:rPr lang="es-AR" dirty="0"/>
              <a:t> permiten la comunicación entre Gazebo y ROS.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 err="1"/>
              <a:t>gazebo_ros_control</a:t>
            </a:r>
            <a:r>
              <a:rPr lang="es-AR" dirty="0"/>
              <a:t>: Controla los actuadores de los robots.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 err="1"/>
              <a:t>gazebo_ros_camera</a:t>
            </a:r>
            <a:r>
              <a:rPr lang="es-AR" dirty="0"/>
              <a:t>: Publica imágenes de la cámara en un tópico de ROS.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/>
              <a:t>Ejemplo </a:t>
            </a:r>
            <a:r>
              <a:rPr lang="es-AR" dirty="0" err="1"/>
              <a:t>Básico:Configurar</a:t>
            </a:r>
            <a:r>
              <a:rPr lang="es-AR" dirty="0"/>
              <a:t> un plugin para controlar un robot móvil desde ROS.</a:t>
            </a:r>
          </a:p>
          <a:p>
            <a:pPr lvl="2" algn="l"/>
            <a:r>
              <a:rPr lang="es-AR" dirty="0" err="1"/>
              <a:t>xmlCopiar</a:t>
            </a:r>
            <a:r>
              <a:rPr lang="es-AR" dirty="0"/>
              <a:t> código&lt;plugin </a:t>
            </a:r>
            <a:r>
              <a:rPr lang="es-AR" dirty="0" err="1"/>
              <a:t>name</a:t>
            </a:r>
            <a:r>
              <a:rPr lang="es-AR" dirty="0"/>
              <a:t>="</a:t>
            </a:r>
            <a:r>
              <a:rPr lang="es-AR" dirty="0" err="1"/>
              <a:t>gazebo_ros_diff_drive</a:t>
            </a:r>
            <a:r>
              <a:rPr lang="es-AR" dirty="0"/>
              <a:t>" </a:t>
            </a:r>
            <a:r>
              <a:rPr lang="es-AR" dirty="0" err="1"/>
              <a:t>filename</a:t>
            </a:r>
            <a:r>
              <a:rPr lang="es-AR" dirty="0"/>
              <a:t>="libgazebo_ros_diff_drive.so"&gt;  </a:t>
            </a:r>
          </a:p>
          <a:p>
            <a:pPr lvl="2" algn="l"/>
            <a:r>
              <a:rPr lang="es-AR" dirty="0"/>
              <a:t>&lt;ros&gt;    &lt;</a:t>
            </a:r>
            <a:r>
              <a:rPr lang="es-AR" dirty="0" err="1"/>
              <a:t>namespace</a:t>
            </a:r>
            <a:r>
              <a:rPr lang="es-AR" dirty="0"/>
              <a:t>&gt;/robot&lt;/</a:t>
            </a:r>
            <a:r>
              <a:rPr lang="es-AR" dirty="0" err="1"/>
              <a:t>namespace</a:t>
            </a:r>
            <a:r>
              <a:rPr lang="es-AR" dirty="0"/>
              <a:t>&gt;    &lt;</a:t>
            </a:r>
            <a:r>
              <a:rPr lang="es-AR" dirty="0" err="1"/>
              <a:t>remapping</a:t>
            </a:r>
            <a:r>
              <a:rPr lang="es-AR" dirty="0"/>
              <a:t>&gt;</a:t>
            </a:r>
            <a:r>
              <a:rPr lang="es-AR" dirty="0" err="1"/>
              <a:t>cmd_vel</a:t>
            </a:r>
            <a:r>
              <a:rPr lang="es-AR" dirty="0"/>
              <a:t>:=</a:t>
            </a:r>
            <a:r>
              <a:rPr lang="es-AR" dirty="0" err="1"/>
              <a:t>cmd_vel</a:t>
            </a:r>
            <a:r>
              <a:rPr lang="es-AR" dirty="0"/>
              <a:t>&lt;/</a:t>
            </a:r>
            <a:r>
              <a:rPr lang="es-AR" dirty="0" err="1"/>
              <a:t>remapping</a:t>
            </a:r>
            <a:r>
              <a:rPr lang="es-AR" dirty="0"/>
              <a:t>&gt; </a:t>
            </a:r>
          </a:p>
          <a:p>
            <a:pPr lvl="2" algn="l"/>
            <a:r>
              <a:rPr lang="es-AR" dirty="0"/>
              <a:t> &lt;/ros&gt;  &lt;</a:t>
            </a:r>
            <a:r>
              <a:rPr lang="es-AR" dirty="0" err="1"/>
              <a:t>left_joint</a:t>
            </a:r>
            <a:r>
              <a:rPr lang="es-AR" dirty="0"/>
              <a:t>&gt;</a:t>
            </a:r>
            <a:r>
              <a:rPr lang="es-AR" dirty="0" err="1"/>
              <a:t>left_wheel_joint</a:t>
            </a:r>
            <a:r>
              <a:rPr lang="es-AR" dirty="0"/>
              <a:t>&lt;/</a:t>
            </a:r>
            <a:r>
              <a:rPr lang="es-AR" dirty="0" err="1"/>
              <a:t>left_joint</a:t>
            </a:r>
            <a:r>
              <a:rPr lang="es-AR" dirty="0"/>
              <a:t>&gt;  </a:t>
            </a:r>
          </a:p>
          <a:p>
            <a:pPr lvl="2" algn="l"/>
            <a:r>
              <a:rPr lang="es-AR" dirty="0"/>
              <a:t>&lt;</a:t>
            </a:r>
            <a:r>
              <a:rPr lang="es-AR" dirty="0" err="1"/>
              <a:t>right_joint</a:t>
            </a:r>
            <a:r>
              <a:rPr lang="es-AR" dirty="0"/>
              <a:t>&gt;</a:t>
            </a:r>
            <a:r>
              <a:rPr lang="es-AR" dirty="0" err="1"/>
              <a:t>right_wheel_joint</a:t>
            </a:r>
            <a:r>
              <a:rPr lang="es-AR" dirty="0"/>
              <a:t>&lt;/</a:t>
            </a:r>
            <a:r>
              <a:rPr lang="es-AR" dirty="0" err="1"/>
              <a:t>right_joint</a:t>
            </a:r>
            <a:r>
              <a:rPr lang="es-AR" dirty="0"/>
              <a:t>&gt;  </a:t>
            </a:r>
          </a:p>
          <a:p>
            <a:pPr lvl="2" algn="l"/>
            <a:r>
              <a:rPr lang="es-AR" dirty="0"/>
              <a:t>&lt;</a:t>
            </a:r>
            <a:r>
              <a:rPr lang="es-AR" dirty="0" err="1"/>
              <a:t>wheel_separation</a:t>
            </a:r>
            <a:r>
              <a:rPr lang="es-AR" dirty="0"/>
              <a:t>&gt;1.0&lt;/</a:t>
            </a:r>
            <a:r>
              <a:rPr lang="es-AR" dirty="0" err="1"/>
              <a:t>wheel_separation</a:t>
            </a:r>
            <a:r>
              <a:rPr lang="es-AR" dirty="0"/>
              <a:t>&gt;  &lt;</a:t>
            </a:r>
            <a:r>
              <a:rPr lang="es-AR" dirty="0" err="1"/>
              <a:t>wheel_diameter</a:t>
            </a:r>
            <a:r>
              <a:rPr lang="es-AR" dirty="0"/>
              <a:t>&gt;0.15&lt;/</a:t>
            </a:r>
            <a:r>
              <a:rPr lang="es-AR" dirty="0" err="1"/>
              <a:t>wheel_diameter</a:t>
            </a:r>
            <a:r>
              <a:rPr lang="es-AR" dirty="0"/>
              <a:t>&gt;&lt;/plugin&gt;.</a:t>
            </a:r>
          </a:p>
        </p:txBody>
      </p:sp>
    </p:spTree>
    <p:extLst>
      <p:ext uri="{BB962C8B-B14F-4D97-AF65-F5344CB8AC3E}">
        <p14:creationId xmlns:p14="http://schemas.microsoft.com/office/powerpoint/2010/main" val="4132804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C04A-3E78-501C-EB52-83B279A5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6348"/>
            <a:ext cx="9144000" cy="516194"/>
          </a:xfrm>
        </p:spPr>
        <p:txBody>
          <a:bodyPr>
            <a:normAutofit fontScale="90000"/>
          </a:bodyPr>
          <a:lstStyle/>
          <a:p>
            <a:r>
              <a:rPr lang="es-AR" sz="3100" dirty="0"/>
              <a:t>Ejemplo Práctico: Navegación de un Robot</a:t>
            </a:r>
            <a:br>
              <a:rPr lang="es-AR" sz="3100" dirty="0"/>
            </a:br>
            <a:br>
              <a:rPr lang="es-AR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02B24-4129-C1F3-6FD7-C8902E23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29" y="1386347"/>
            <a:ext cx="10019071" cy="4218039"/>
          </a:xfrm>
        </p:spPr>
        <p:txBody>
          <a:bodyPr>
            <a:no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/>
              <a:t>Configuración del </a:t>
            </a:r>
            <a:r>
              <a:rPr lang="es-AR" dirty="0" err="1"/>
              <a:t>Robot:Usar</a:t>
            </a:r>
            <a:r>
              <a:rPr lang="es-AR" dirty="0"/>
              <a:t> un modelo de robot móvil (</a:t>
            </a:r>
            <a:r>
              <a:rPr lang="es-AR" dirty="0" err="1"/>
              <a:t>e.g</a:t>
            </a:r>
            <a:r>
              <a:rPr lang="es-AR" dirty="0"/>
              <a:t>., </a:t>
            </a:r>
            <a:r>
              <a:rPr lang="es-AR" dirty="0" err="1"/>
              <a:t>TurtleBot</a:t>
            </a:r>
            <a:r>
              <a:rPr lang="es-AR" dirty="0"/>
              <a:t>) en Gazebo.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/>
              <a:t>Añadir un sensor LIDAR y cámaras para percepción.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/>
              <a:t>Control desde </a:t>
            </a:r>
            <a:r>
              <a:rPr lang="es-AR" dirty="0" err="1"/>
              <a:t>ROS:Iniciar</a:t>
            </a:r>
            <a:r>
              <a:rPr lang="es-AR" dirty="0"/>
              <a:t> un nodo ROS para enviar comandos de velocidad al </a:t>
            </a:r>
            <a:r>
              <a:rPr lang="es-AR" dirty="0" err="1"/>
              <a:t>robot.Utilizar</a:t>
            </a:r>
            <a:r>
              <a:rPr lang="es-AR" dirty="0"/>
              <a:t> </a:t>
            </a:r>
            <a:r>
              <a:rPr lang="es-AR" dirty="0" err="1"/>
              <a:t>rviz</a:t>
            </a:r>
            <a:r>
              <a:rPr lang="es-AR" dirty="0"/>
              <a:t> para visualizar los datos de sensores e</a:t>
            </a:r>
          </a:p>
          <a:p>
            <a:pPr lvl="1" algn="l"/>
            <a:r>
              <a:rPr lang="es-AR" sz="1600" dirty="0" err="1"/>
              <a:t>import</a:t>
            </a:r>
            <a:r>
              <a:rPr lang="es-AR" sz="1600" dirty="0"/>
              <a:t> </a:t>
            </a:r>
            <a:r>
              <a:rPr lang="es-AR" sz="1600" dirty="0" err="1"/>
              <a:t>rospy</a:t>
            </a:r>
            <a:r>
              <a:rPr lang="es-AR" sz="1600" dirty="0"/>
              <a:t> </a:t>
            </a:r>
            <a:r>
              <a:rPr lang="es-AR" sz="1600" dirty="0" err="1"/>
              <a:t>from</a:t>
            </a:r>
            <a:r>
              <a:rPr lang="es-AR" sz="1600" dirty="0"/>
              <a:t> geometry_msgs.msg </a:t>
            </a:r>
            <a:r>
              <a:rPr lang="es-AR" sz="1600" dirty="0" err="1"/>
              <a:t>import</a:t>
            </a:r>
            <a:r>
              <a:rPr lang="es-AR" sz="1600" dirty="0"/>
              <a:t> Twist</a:t>
            </a:r>
          </a:p>
          <a:p>
            <a:pPr lvl="1" algn="l"/>
            <a:r>
              <a:rPr lang="es-AR" sz="1600" dirty="0" err="1"/>
              <a:t>rospy.init_node</a:t>
            </a:r>
            <a:r>
              <a:rPr lang="es-AR" sz="1600" dirty="0"/>
              <a:t>('</a:t>
            </a:r>
            <a:r>
              <a:rPr lang="es-AR" sz="1600" dirty="0" err="1"/>
              <a:t>robot_controller</a:t>
            </a:r>
            <a:r>
              <a:rPr lang="es-AR" sz="1600" dirty="0"/>
              <a:t>')</a:t>
            </a:r>
          </a:p>
          <a:p>
            <a:pPr lvl="1" algn="l"/>
            <a:r>
              <a:rPr lang="es-AR" sz="1600" dirty="0" err="1"/>
              <a:t>cmd_vel_pub</a:t>
            </a:r>
            <a:r>
              <a:rPr lang="es-AR" sz="1600" dirty="0"/>
              <a:t> = </a:t>
            </a:r>
            <a:r>
              <a:rPr lang="es-AR" sz="1600" dirty="0" err="1"/>
              <a:t>rospy.Publisher</a:t>
            </a:r>
            <a:r>
              <a:rPr lang="es-AR" sz="1600" dirty="0"/>
              <a:t>('/</a:t>
            </a:r>
            <a:r>
              <a:rPr lang="es-AR" sz="1600" dirty="0" err="1"/>
              <a:t>cmd_vel</a:t>
            </a:r>
            <a:r>
              <a:rPr lang="es-AR" sz="1600" dirty="0"/>
              <a:t>', Twist, </a:t>
            </a:r>
            <a:r>
              <a:rPr lang="es-AR" sz="1600" dirty="0" err="1"/>
              <a:t>queue_size</a:t>
            </a:r>
            <a:r>
              <a:rPr lang="es-AR" sz="1600" dirty="0"/>
              <a:t>=10)</a:t>
            </a:r>
          </a:p>
          <a:p>
            <a:pPr lvl="1" algn="l"/>
            <a:r>
              <a:rPr lang="es-AR" sz="1600" dirty="0" err="1"/>
              <a:t>move_cmd</a:t>
            </a:r>
            <a:r>
              <a:rPr lang="es-AR" sz="1600" dirty="0"/>
              <a:t> = Twist()</a:t>
            </a:r>
          </a:p>
          <a:p>
            <a:pPr lvl="1" algn="l"/>
            <a:r>
              <a:rPr lang="es-AR" sz="1600" dirty="0" err="1"/>
              <a:t>move_cmd.linear.x</a:t>
            </a:r>
            <a:r>
              <a:rPr lang="es-AR" sz="1600" dirty="0"/>
              <a:t> = 0.5</a:t>
            </a:r>
          </a:p>
          <a:p>
            <a:pPr lvl="1" algn="l"/>
            <a:r>
              <a:rPr lang="es-AR" sz="1600" dirty="0" err="1"/>
              <a:t>move_cmd.angular.z</a:t>
            </a:r>
            <a:r>
              <a:rPr lang="es-AR" sz="1600" dirty="0"/>
              <a:t> = 0.1</a:t>
            </a:r>
          </a:p>
          <a:p>
            <a:pPr lvl="1" algn="l"/>
            <a:r>
              <a:rPr lang="es-AR" sz="1600" dirty="0" err="1"/>
              <a:t>rate</a:t>
            </a:r>
            <a:r>
              <a:rPr lang="es-AR" sz="1600" dirty="0"/>
              <a:t> = </a:t>
            </a:r>
            <a:r>
              <a:rPr lang="es-AR" sz="1600" dirty="0" err="1"/>
              <a:t>rospy.Rate</a:t>
            </a:r>
            <a:r>
              <a:rPr lang="es-AR" sz="1600" dirty="0"/>
              <a:t>(10)</a:t>
            </a:r>
          </a:p>
          <a:p>
            <a:pPr lvl="1" algn="l"/>
            <a:r>
              <a:rPr lang="es-AR" sz="1600" dirty="0" err="1"/>
              <a:t>while</a:t>
            </a:r>
            <a:r>
              <a:rPr lang="es-AR" sz="1600" dirty="0"/>
              <a:t> </a:t>
            </a:r>
            <a:r>
              <a:rPr lang="es-AR" sz="1600" dirty="0" err="1"/>
              <a:t>not</a:t>
            </a:r>
            <a:r>
              <a:rPr lang="es-AR" sz="1600" dirty="0"/>
              <a:t> </a:t>
            </a:r>
            <a:r>
              <a:rPr lang="es-AR" sz="1600" dirty="0" err="1"/>
              <a:t>rospy.is_shutdown</a:t>
            </a:r>
            <a:r>
              <a:rPr lang="es-AR" sz="1600" dirty="0"/>
              <a:t>():</a:t>
            </a:r>
          </a:p>
          <a:p>
            <a:pPr lvl="1" algn="l"/>
            <a:r>
              <a:rPr lang="es-AR" sz="1600" dirty="0" err="1"/>
              <a:t>cmd_vel_pub.publish</a:t>
            </a:r>
            <a:r>
              <a:rPr lang="es-AR" sz="1600" dirty="0"/>
              <a:t>(</a:t>
            </a:r>
            <a:r>
              <a:rPr lang="es-AR" sz="1600" dirty="0" err="1"/>
              <a:t>move_cmd</a:t>
            </a:r>
            <a:r>
              <a:rPr lang="es-AR" sz="1600" dirty="0"/>
              <a:t>)</a:t>
            </a:r>
          </a:p>
          <a:p>
            <a:pPr lvl="1" algn="l"/>
            <a:r>
              <a:rPr lang="es-AR" sz="1600" dirty="0" err="1"/>
              <a:t>rate.sleep</a:t>
            </a:r>
            <a:r>
              <a:rPr lang="es-AR" sz="1600" dirty="0"/>
              <a:t>()</a:t>
            </a:r>
          </a:p>
          <a:p>
            <a:pPr lvl="1" algn="l"/>
            <a:r>
              <a:rPr lang="es-AR" sz="1600" dirty="0"/>
              <a:t>n tiempo real.</a:t>
            </a:r>
          </a:p>
          <a:p>
            <a:pPr lvl="1" algn="l"/>
            <a:r>
              <a:rPr lang="es-AR" dirty="0"/>
              <a:t>Script de </a:t>
            </a:r>
            <a:r>
              <a:rPr lang="es-AR" dirty="0" err="1"/>
              <a:t>Navegación:Ejemplo</a:t>
            </a:r>
            <a:r>
              <a:rPr lang="es-AR" dirty="0"/>
              <a:t> básico para mover el robot:</a:t>
            </a:r>
          </a:p>
        </p:txBody>
      </p:sp>
    </p:spTree>
    <p:extLst>
      <p:ext uri="{BB962C8B-B14F-4D97-AF65-F5344CB8AC3E}">
        <p14:creationId xmlns:p14="http://schemas.microsoft.com/office/powerpoint/2010/main" val="3019372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C04A-3E78-501C-EB52-83B279A5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6348"/>
            <a:ext cx="9144000" cy="516194"/>
          </a:xfrm>
        </p:spPr>
        <p:txBody>
          <a:bodyPr>
            <a:normAutofit fontScale="90000"/>
          </a:bodyPr>
          <a:lstStyle/>
          <a:p>
            <a:r>
              <a:rPr lang="es-AR" sz="3100" dirty="0"/>
              <a:t>Ejemplo Práctico: Navegación de un Robot</a:t>
            </a:r>
            <a:br>
              <a:rPr lang="es-AR" sz="3100" dirty="0"/>
            </a:br>
            <a:br>
              <a:rPr lang="es-AR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02B24-4129-C1F3-6FD7-C8902E236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29" y="1386347"/>
            <a:ext cx="10019071" cy="4218039"/>
          </a:xfrm>
        </p:spPr>
        <p:txBody>
          <a:bodyPr>
            <a:noAutofit/>
          </a:bodyPr>
          <a:lstStyle/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/>
              <a:t>Configuración del </a:t>
            </a:r>
            <a:r>
              <a:rPr lang="es-AR" dirty="0" err="1"/>
              <a:t>Robot:Usar</a:t>
            </a:r>
            <a:r>
              <a:rPr lang="es-AR" dirty="0"/>
              <a:t> un modelo de robot móvil (</a:t>
            </a:r>
            <a:r>
              <a:rPr lang="es-AR" dirty="0" err="1"/>
              <a:t>e.g</a:t>
            </a:r>
            <a:r>
              <a:rPr lang="es-AR" dirty="0"/>
              <a:t>., </a:t>
            </a:r>
            <a:r>
              <a:rPr lang="es-AR" dirty="0" err="1"/>
              <a:t>TurtleBot</a:t>
            </a:r>
            <a:r>
              <a:rPr lang="es-AR" dirty="0"/>
              <a:t>) en Gazebo.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/>
              <a:t>Añadir un sensor LIDAR y cámaras para percepción.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s-AR" dirty="0"/>
              <a:t>Control desde </a:t>
            </a:r>
            <a:r>
              <a:rPr lang="es-AR" dirty="0" err="1"/>
              <a:t>ROS:Iniciar</a:t>
            </a:r>
            <a:r>
              <a:rPr lang="es-AR" dirty="0"/>
              <a:t> un nodo ROS para enviar comandos de velocidad al </a:t>
            </a:r>
            <a:r>
              <a:rPr lang="es-AR" dirty="0" err="1"/>
              <a:t>robot.Utilizar</a:t>
            </a:r>
            <a:r>
              <a:rPr lang="es-AR" dirty="0"/>
              <a:t> </a:t>
            </a:r>
            <a:r>
              <a:rPr lang="es-AR" dirty="0" err="1"/>
              <a:t>rviz</a:t>
            </a:r>
            <a:r>
              <a:rPr lang="es-AR" dirty="0"/>
              <a:t> para visualizar los datos de sensores e</a:t>
            </a:r>
          </a:p>
          <a:p>
            <a:pPr lvl="1" algn="l"/>
            <a:r>
              <a:rPr lang="es-AR" sz="1600" dirty="0" err="1"/>
              <a:t>import</a:t>
            </a:r>
            <a:r>
              <a:rPr lang="es-AR" sz="1600" dirty="0"/>
              <a:t> </a:t>
            </a:r>
            <a:r>
              <a:rPr lang="es-AR" sz="1600" dirty="0" err="1"/>
              <a:t>rospy</a:t>
            </a:r>
            <a:r>
              <a:rPr lang="es-AR" sz="1600" dirty="0"/>
              <a:t> </a:t>
            </a:r>
            <a:r>
              <a:rPr lang="es-AR" sz="1600" dirty="0" err="1"/>
              <a:t>from</a:t>
            </a:r>
            <a:r>
              <a:rPr lang="es-AR" sz="1600" dirty="0"/>
              <a:t> geometry_msgs.msg </a:t>
            </a:r>
            <a:r>
              <a:rPr lang="es-AR" sz="1600" dirty="0" err="1"/>
              <a:t>import</a:t>
            </a:r>
            <a:r>
              <a:rPr lang="es-AR" sz="1600" dirty="0"/>
              <a:t> Twist</a:t>
            </a:r>
          </a:p>
          <a:p>
            <a:pPr lvl="1" algn="l"/>
            <a:r>
              <a:rPr lang="es-AR" sz="1600" dirty="0" err="1"/>
              <a:t>rospy.init_node</a:t>
            </a:r>
            <a:r>
              <a:rPr lang="es-AR" sz="1600" dirty="0"/>
              <a:t>('</a:t>
            </a:r>
            <a:r>
              <a:rPr lang="es-AR" sz="1600" dirty="0" err="1"/>
              <a:t>robot_controller</a:t>
            </a:r>
            <a:r>
              <a:rPr lang="es-AR" sz="1600" dirty="0"/>
              <a:t>')</a:t>
            </a:r>
          </a:p>
          <a:p>
            <a:pPr lvl="1" algn="l"/>
            <a:r>
              <a:rPr lang="es-AR" sz="1600" dirty="0" err="1"/>
              <a:t>cmd_vel_pub</a:t>
            </a:r>
            <a:r>
              <a:rPr lang="es-AR" sz="1600" dirty="0"/>
              <a:t> = </a:t>
            </a:r>
            <a:r>
              <a:rPr lang="es-AR" sz="1600" dirty="0" err="1"/>
              <a:t>rospy.Publisher</a:t>
            </a:r>
            <a:r>
              <a:rPr lang="es-AR" sz="1600" dirty="0"/>
              <a:t>('/</a:t>
            </a:r>
            <a:r>
              <a:rPr lang="es-AR" sz="1600" dirty="0" err="1"/>
              <a:t>cmd_vel</a:t>
            </a:r>
            <a:r>
              <a:rPr lang="es-AR" sz="1600" dirty="0"/>
              <a:t>', Twist, </a:t>
            </a:r>
            <a:r>
              <a:rPr lang="es-AR" sz="1600" dirty="0" err="1"/>
              <a:t>queue_size</a:t>
            </a:r>
            <a:r>
              <a:rPr lang="es-AR" sz="1600" dirty="0"/>
              <a:t>=10)</a:t>
            </a:r>
          </a:p>
          <a:p>
            <a:pPr lvl="1" algn="l"/>
            <a:r>
              <a:rPr lang="es-AR" sz="1600" dirty="0" err="1"/>
              <a:t>move_cmd</a:t>
            </a:r>
            <a:r>
              <a:rPr lang="es-AR" sz="1600" dirty="0"/>
              <a:t> = Twist()</a:t>
            </a:r>
          </a:p>
          <a:p>
            <a:pPr lvl="1" algn="l"/>
            <a:r>
              <a:rPr lang="es-AR" sz="1600" dirty="0" err="1"/>
              <a:t>move_cmd.linear.x</a:t>
            </a:r>
            <a:r>
              <a:rPr lang="es-AR" sz="1600" dirty="0"/>
              <a:t> = 0.5</a:t>
            </a:r>
          </a:p>
          <a:p>
            <a:pPr lvl="1" algn="l"/>
            <a:r>
              <a:rPr lang="es-AR" sz="1600" dirty="0" err="1"/>
              <a:t>move_cmd.angular.z</a:t>
            </a:r>
            <a:r>
              <a:rPr lang="es-AR" sz="1600" dirty="0"/>
              <a:t> = 0.1</a:t>
            </a:r>
          </a:p>
          <a:p>
            <a:pPr lvl="1" algn="l"/>
            <a:r>
              <a:rPr lang="es-AR" sz="1600" dirty="0" err="1"/>
              <a:t>rate</a:t>
            </a:r>
            <a:r>
              <a:rPr lang="es-AR" sz="1600" dirty="0"/>
              <a:t> = </a:t>
            </a:r>
            <a:r>
              <a:rPr lang="es-AR" sz="1600" dirty="0" err="1"/>
              <a:t>rospy.Rate</a:t>
            </a:r>
            <a:r>
              <a:rPr lang="es-AR" sz="1600" dirty="0"/>
              <a:t>(10)</a:t>
            </a:r>
          </a:p>
          <a:p>
            <a:pPr lvl="1" algn="l"/>
            <a:r>
              <a:rPr lang="es-AR" sz="1600" dirty="0" err="1"/>
              <a:t>while</a:t>
            </a:r>
            <a:r>
              <a:rPr lang="es-AR" sz="1600" dirty="0"/>
              <a:t> </a:t>
            </a:r>
            <a:r>
              <a:rPr lang="es-AR" sz="1600" dirty="0" err="1"/>
              <a:t>not</a:t>
            </a:r>
            <a:r>
              <a:rPr lang="es-AR" sz="1600" dirty="0"/>
              <a:t> </a:t>
            </a:r>
            <a:r>
              <a:rPr lang="es-AR" sz="1600" dirty="0" err="1"/>
              <a:t>rospy.is_shutdown</a:t>
            </a:r>
            <a:r>
              <a:rPr lang="es-AR" sz="1600" dirty="0"/>
              <a:t>():</a:t>
            </a:r>
          </a:p>
          <a:p>
            <a:pPr lvl="1" algn="l"/>
            <a:r>
              <a:rPr lang="es-AR" sz="1600" dirty="0" err="1"/>
              <a:t>cmd_vel_pub.publish</a:t>
            </a:r>
            <a:r>
              <a:rPr lang="es-AR" sz="1600" dirty="0"/>
              <a:t>(</a:t>
            </a:r>
            <a:r>
              <a:rPr lang="es-AR" sz="1600" dirty="0" err="1"/>
              <a:t>move_cmd</a:t>
            </a:r>
            <a:r>
              <a:rPr lang="es-AR" sz="1600" dirty="0"/>
              <a:t>)</a:t>
            </a:r>
          </a:p>
          <a:p>
            <a:pPr lvl="1" algn="l"/>
            <a:r>
              <a:rPr lang="es-AR" sz="1600" dirty="0" err="1"/>
              <a:t>rate.sleep</a:t>
            </a:r>
            <a:r>
              <a:rPr lang="es-AR" sz="1600" dirty="0"/>
              <a:t>()</a:t>
            </a:r>
          </a:p>
          <a:p>
            <a:pPr lvl="1" algn="l"/>
            <a:r>
              <a:rPr lang="es-AR" sz="1600" dirty="0"/>
              <a:t>n tiempo real.</a:t>
            </a:r>
          </a:p>
          <a:p>
            <a:pPr lvl="1" algn="l"/>
            <a:r>
              <a:rPr lang="es-AR" dirty="0"/>
              <a:t>Script de </a:t>
            </a:r>
            <a:r>
              <a:rPr lang="es-AR" dirty="0" err="1"/>
              <a:t>Navegación:Ejemplo</a:t>
            </a:r>
            <a:r>
              <a:rPr lang="es-AR" dirty="0"/>
              <a:t> básico para mover el robot:</a:t>
            </a:r>
          </a:p>
        </p:txBody>
      </p:sp>
    </p:spTree>
    <p:extLst>
      <p:ext uri="{BB962C8B-B14F-4D97-AF65-F5344CB8AC3E}">
        <p14:creationId xmlns:p14="http://schemas.microsoft.com/office/powerpoint/2010/main" val="31144477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1209</Words>
  <Application>Microsoft Office PowerPoint</Application>
  <PresentationFormat>Panorámica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Introducción a Gazebo </vt:lpstr>
      <vt:lpstr>Arquitectura de Gazebo </vt:lpstr>
      <vt:lpstr>Instalación de Gazebo </vt:lpstr>
      <vt:lpstr>Interfaz de Usuario de Gazebo </vt:lpstr>
      <vt:lpstr>Creación de Escenarios </vt:lpstr>
      <vt:lpstr>Modelos y Sensores </vt:lpstr>
      <vt:lpstr>Creación de un Modelo Personalizado </vt:lpstr>
      <vt:lpstr>Integración de Gazebo con ROS </vt:lpstr>
      <vt:lpstr>Ejemplo Práctico: Navegación de un Robot  </vt:lpstr>
      <vt:lpstr>Ejemplo Práctico: Navegación de un Robot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Romero</dc:creator>
  <cp:lastModifiedBy>Fernando Romero</cp:lastModifiedBy>
  <cp:revision>6</cp:revision>
  <dcterms:created xsi:type="dcterms:W3CDTF">2024-09-04T12:23:58Z</dcterms:created>
  <dcterms:modified xsi:type="dcterms:W3CDTF">2024-09-04T12:56:49Z</dcterms:modified>
</cp:coreProperties>
</file>