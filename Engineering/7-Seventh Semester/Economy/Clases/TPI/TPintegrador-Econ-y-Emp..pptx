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1" autoAdjust="0"/>
    <p:restoredTop sz="94660"/>
  </p:normalViewPr>
  <p:slideViewPr>
    <p:cSldViewPr>
      <p:cViewPr varScale="1">
        <p:scale>
          <a:sx n="72" d="100"/>
          <a:sy n="72" d="100"/>
        </p:scale>
        <p:origin x="135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329F-E58E-4942-ADAE-0FDCCE62210B}" type="datetimeFigureOut">
              <a:rPr lang="es-AR" smtClean="0"/>
              <a:pPr/>
              <a:t>28/3/2025</a:t>
            </a:fld>
            <a:endParaRPr lang="es-AR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93755AB-CD18-44DC-A05A-B21421B7E80C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329F-E58E-4942-ADAE-0FDCCE62210B}" type="datetimeFigureOut">
              <a:rPr lang="es-AR" smtClean="0"/>
              <a:pPr/>
              <a:t>28/3/2025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693755AB-CD18-44DC-A05A-B21421B7E80C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329F-E58E-4942-ADAE-0FDCCE62210B}" type="datetimeFigureOut">
              <a:rPr lang="es-AR" smtClean="0"/>
              <a:pPr/>
              <a:t>28/3/2025</a:t>
            </a:fld>
            <a:endParaRPr lang="es-AR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93755AB-CD18-44DC-A05A-B21421B7E80C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01F2329F-E58E-4942-ADAE-0FDCCE62210B}" type="datetimeFigureOut">
              <a:rPr lang="es-AR" smtClean="0"/>
              <a:pPr/>
              <a:t>28/3/2025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755AB-CD18-44DC-A05A-B21421B7E80C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Marcador de contenido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329F-E58E-4942-ADAE-0FDCCE62210B}" type="datetimeFigureOut">
              <a:rPr lang="es-AR" smtClean="0"/>
              <a:pPr/>
              <a:t>28/3/2025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s-AR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23 Marcador de contenido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6" name="25 Marcador de contenido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693755AB-CD18-44DC-A05A-B21421B7E80C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23" name="22 Título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329F-E58E-4942-ADAE-0FDCCE62210B}" type="datetimeFigureOut">
              <a:rPr lang="es-AR" smtClean="0"/>
              <a:pPr/>
              <a:t>28/3/2025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693755AB-CD18-44DC-A05A-B21421B7E80C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5 Rectángulo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329F-E58E-4942-ADAE-0FDCCE62210B}" type="datetimeFigureOut">
              <a:rPr lang="es-AR" smtClean="0"/>
              <a:pPr/>
              <a:t>28/3/2025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93755AB-CD18-44DC-A05A-B21421B7E80C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Marcador de contenido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93755AB-CD18-44DC-A05A-B21421B7E80C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329F-E58E-4942-ADAE-0FDCCE62210B}" type="datetimeFigureOut">
              <a:rPr lang="es-AR" smtClean="0"/>
              <a:pPr/>
              <a:t>28/3/2025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s-A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20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11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693755AB-CD18-44DC-A05A-B21421B7E80C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01F2329F-E58E-4942-ADAE-0FDCCE62210B}" type="datetimeFigureOut">
              <a:rPr lang="es-AR" smtClean="0"/>
              <a:pPr/>
              <a:t>28/3/2025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329F-E58E-4942-ADAE-0FDCCE62210B}" type="datetimeFigureOut">
              <a:rPr lang="es-AR" smtClean="0"/>
              <a:pPr/>
              <a:t>28/3/2025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755AB-CD18-44DC-A05A-B21421B7E80C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693755AB-CD18-44DC-A05A-B21421B7E80C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329F-E58E-4942-ADAE-0FDCCE62210B}" type="datetimeFigureOut">
              <a:rPr lang="es-AR" smtClean="0"/>
              <a:pPr/>
              <a:t>28/3/2025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01F2329F-E58E-4942-ADAE-0FDCCE62210B}" type="datetimeFigureOut">
              <a:rPr lang="es-AR" smtClean="0"/>
              <a:pPr/>
              <a:t>28/3/2025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s-AR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93755AB-CD18-44DC-A05A-B21421B7E80C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 smtClean="0"/>
              <a:t>Trabajo Practico integrador 2020</a:t>
            </a:r>
          </a:p>
          <a:p>
            <a:endParaRPr lang="es-AR" dirty="0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err="1" smtClean="0"/>
              <a:t>Economia</a:t>
            </a:r>
            <a:r>
              <a:rPr lang="es-AR" dirty="0" smtClean="0"/>
              <a:t> y Emprendedorismo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2227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Consigna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El trabajo practico Integrador, que deberá ser presentado y aprobado para promocionar la materia consiste en desarrollar una Idea Proyecto y formular un plan de negocios sobre un emprendimiento de base </a:t>
            </a:r>
            <a:r>
              <a:rPr lang="es-AR" dirty="0" err="1" smtClean="0"/>
              <a:t>tecnologica</a:t>
            </a:r>
            <a:r>
              <a:rPr lang="es-AR" dirty="0" smtClean="0"/>
              <a:t>.</a:t>
            </a:r>
          </a:p>
          <a:p>
            <a:r>
              <a:rPr lang="es-AR" dirty="0" smtClean="0"/>
              <a:t>Los alumnos trabajaran en comisiones de entre 4 y 5 alumnos. Ni mas, ni menos.</a:t>
            </a:r>
          </a:p>
          <a:p>
            <a:r>
              <a:rPr lang="es-AR" dirty="0" smtClean="0"/>
              <a:t>Se </a:t>
            </a:r>
            <a:r>
              <a:rPr lang="es-AR" dirty="0" smtClean="0"/>
              <a:t>evaluará características innovadoras, sustentabilidad del modelo de negocios, factibilidad de financiación, y potencial de mercado.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1865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AR" dirty="0" smtClean="0"/>
          </a:p>
          <a:p>
            <a:r>
              <a:rPr lang="es-AR" dirty="0" smtClean="0"/>
              <a:t>Se presentará un informe de avance en fecha a determinar en el primer modulo y se presentará completo al final de la cursada.</a:t>
            </a:r>
            <a:endParaRPr lang="es-AR" dirty="0"/>
          </a:p>
          <a:p>
            <a:r>
              <a:rPr lang="es-AR" dirty="0" smtClean="0"/>
              <a:t>Se realizaran exposiciones.</a:t>
            </a:r>
            <a:endParaRPr lang="es-AR" dirty="0" smtClean="0"/>
          </a:p>
          <a:p>
            <a:r>
              <a:rPr lang="es-AR" dirty="0" smtClean="0"/>
              <a:t>El producto o servicio que se llevará adelante con el plan de negocios debe integrar hardware y software.</a:t>
            </a:r>
          </a:p>
          <a:p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273972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Temas Propuestos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AR" dirty="0" smtClean="0"/>
              <a:t>1-Aplicaciones </a:t>
            </a:r>
            <a:r>
              <a:rPr lang="es-AR" dirty="0" smtClean="0"/>
              <a:t>IIoT/IA </a:t>
            </a:r>
            <a:r>
              <a:rPr lang="es-AR" dirty="0" smtClean="0"/>
              <a:t>para Industria de petróleo y Gas </a:t>
            </a:r>
          </a:p>
          <a:p>
            <a:endParaRPr lang="es-AR" sz="2200" dirty="0" smtClean="0"/>
          </a:p>
          <a:p>
            <a:r>
              <a:rPr lang="es-AR" dirty="0" smtClean="0"/>
              <a:t>2-Como facilitar el mantenimiento industrial a través de herramientas de VR/AR, RFID, </a:t>
            </a:r>
            <a:r>
              <a:rPr lang="es-AR" dirty="0" err="1" smtClean="0"/>
              <a:t>Beacons</a:t>
            </a:r>
            <a:endParaRPr lang="es-AR" dirty="0" smtClean="0"/>
          </a:p>
          <a:p>
            <a:pPr>
              <a:buNone/>
            </a:pPr>
            <a:endParaRPr lang="es-AR" sz="2200" dirty="0" smtClean="0"/>
          </a:p>
          <a:p>
            <a:r>
              <a:rPr lang="es-AR" dirty="0" smtClean="0"/>
              <a:t>3- Optimización energética en equipos industriales</a:t>
            </a:r>
          </a:p>
          <a:p>
            <a:pPr marL="0" indent="0">
              <a:buNone/>
            </a:pPr>
            <a:endParaRPr lang="es-AR" sz="2200" dirty="0" smtClean="0"/>
          </a:p>
          <a:p>
            <a:r>
              <a:rPr lang="es-AR" dirty="0" smtClean="0"/>
              <a:t>4- Soluciones </a:t>
            </a:r>
            <a:r>
              <a:rPr lang="es-AR" smtClean="0"/>
              <a:t>de </a:t>
            </a:r>
            <a:r>
              <a:rPr lang="es-AR" smtClean="0"/>
              <a:t>Biotecnología</a:t>
            </a:r>
            <a:endParaRPr lang="es-AR" dirty="0" smtClean="0"/>
          </a:p>
          <a:p>
            <a:pPr>
              <a:buNone/>
            </a:pPr>
            <a:endParaRPr lang="es-AR" sz="2200" dirty="0" smtClean="0"/>
          </a:p>
          <a:p>
            <a:r>
              <a:rPr lang="es-AR" dirty="0" smtClean="0"/>
              <a:t>5-Aplicaciones de la </a:t>
            </a:r>
            <a:r>
              <a:rPr lang="es-AR" dirty="0" smtClean="0"/>
              <a:t>CIAA/</a:t>
            </a:r>
            <a:r>
              <a:rPr lang="es-AR" dirty="0" err="1" smtClean="0"/>
              <a:t>Arduino</a:t>
            </a:r>
            <a:r>
              <a:rPr lang="es-AR" dirty="0" smtClean="0"/>
              <a:t> </a:t>
            </a:r>
            <a:r>
              <a:rPr lang="es-AR" dirty="0" smtClean="0"/>
              <a:t>como herramienta de control y automatización en pequeñas y medianas empresas.</a:t>
            </a:r>
          </a:p>
          <a:p>
            <a:pPr marL="0" indent="0">
              <a:buNone/>
            </a:pPr>
            <a:endParaRPr lang="es-AR" sz="2200" dirty="0" smtClean="0"/>
          </a:p>
          <a:p>
            <a:r>
              <a:rPr lang="es-AR" dirty="0" smtClean="0"/>
              <a:t>Soluciones de Agricultura de Precisión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MX" dirty="0"/>
              <a:t>MODULO I – DEFINICION DEL CONCEPTO DE NEGOCIO</a:t>
            </a:r>
          </a:p>
          <a:p>
            <a:endParaRPr lang="es-MX" dirty="0"/>
          </a:p>
          <a:p>
            <a:r>
              <a:rPr lang="es-MX" dirty="0"/>
              <a:t>a)	Breve descripción del emprendimiento y descripción del concepto de producto/servicio a desarrollar: A partir de una idea de producto/servicio, desarrollar un concepto de negocio. Vincular a una oportunidad de mercado. Describir el atractivo y la potencialidad de este concepto. Defina la posibilidad técnica (¿se puede hacer?), posibilidad comercial (¿quién estima que lo compraría?), y posibilidad económica (¿Por qué podría ser un negocio?) (máximo 1 páginas). </a:t>
            </a:r>
          </a:p>
          <a:p>
            <a:endParaRPr lang="es-MX" dirty="0"/>
          </a:p>
          <a:p>
            <a:r>
              <a:rPr lang="es-MX" dirty="0"/>
              <a:t>ENTREGA: </a:t>
            </a:r>
            <a:r>
              <a:rPr lang="es-MX" dirty="0" smtClean="0"/>
              <a:t>Viernes 11 </a:t>
            </a:r>
            <a:r>
              <a:rPr lang="es-MX" dirty="0"/>
              <a:t>de </a:t>
            </a:r>
            <a:r>
              <a:rPr lang="es-MX" dirty="0" smtClean="0"/>
              <a:t>Abril</a:t>
            </a:r>
            <a:endParaRPr lang="es-MX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769893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571</TotalTime>
  <Words>193</Words>
  <Application>Microsoft Office PowerPoint</Application>
  <PresentationFormat>Presentación en pantalla (4:3)</PresentationFormat>
  <Paragraphs>27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Georgia</vt:lpstr>
      <vt:lpstr>Wingdings</vt:lpstr>
      <vt:lpstr>Wingdings 2</vt:lpstr>
      <vt:lpstr>Civil</vt:lpstr>
      <vt:lpstr>Economia y Emprendedorismo</vt:lpstr>
      <vt:lpstr>Consigna</vt:lpstr>
      <vt:lpstr>Presentación de PowerPoint</vt:lpstr>
      <vt:lpstr>Temas Propuestos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Economia y Emprendedorismo</dc:title>
  <dc:creator>Inspiron</dc:creator>
  <cp:lastModifiedBy>Fede Walas</cp:lastModifiedBy>
  <cp:revision>14</cp:revision>
  <dcterms:created xsi:type="dcterms:W3CDTF">2013-03-27T02:36:11Z</dcterms:created>
  <dcterms:modified xsi:type="dcterms:W3CDTF">2025-03-28T20:09:51Z</dcterms:modified>
</cp:coreProperties>
</file>